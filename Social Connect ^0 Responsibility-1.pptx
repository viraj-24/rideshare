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5" Type="http://schemas.microsoft.com/office/2020/02/relationships/classificationlabels" Target="docMetadata/LabelInfo.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72" r:id="rId5"/>
    <p:sldId id="273" r:id="rId6"/>
    <p:sldId id="259" r:id="rId7"/>
    <p:sldId id="283" r:id="rId8"/>
    <p:sldId id="289" r:id="rId9"/>
    <p:sldId id="284" r:id="rId10"/>
    <p:sldId id="285" r:id="rId11"/>
    <p:sldId id="286" r:id="rId12"/>
    <p:sldId id="288" r:id="rId13"/>
    <p:sldId id="287" r:id="rId14"/>
    <p:sldId id="28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1D8B7"/>
    <a:srgbClr val="A09D79"/>
    <a:srgbClr val="AD5C4D"/>
    <a:srgbClr val="543E35"/>
    <a:srgbClr val="637700"/>
    <a:srgbClr val="FFF4ED"/>
    <a:srgbClr val="5E6A76"/>
    <a:srgbClr val="F8F3F0"/>
    <a:srgbClr val="D7D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30"/>
  </p:normalViewPr>
  <p:slideViewPr>
    <p:cSldViewPr snapToGrid="0">
      <p:cViewPr varScale="1">
        <p:scale>
          <a:sx n="85" d="100"/>
          <a:sy n="85" d="100"/>
        </p:scale>
        <p:origin x="590" y="62"/>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notesViewPr>
    <p:cSldViewPr snapToGrid="0">
      <p:cViewPr varScale="1">
        <p:scale>
          <a:sx n="58" d="100"/>
          <a:sy n="58" d="100"/>
        </p:scale>
        <p:origin x="324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presProps" Target="presProps.xml" /><Relationship Id="rId3" Type="http://schemas.openxmlformats.org/officeDocument/2006/relationships/customXml" Target="../customXml/item3.xml" /><Relationship Id="rId21" Type="http://schemas.openxmlformats.org/officeDocument/2006/relationships/tableStyles" Target="tableStyles.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handoutMaster" Target="handoutMasters/handoutMaster1.xml" /><Relationship Id="rId2" Type="http://schemas.openxmlformats.org/officeDocument/2006/relationships/customXml" Target="../customXml/item2.xml" /><Relationship Id="rId16" Type="http://schemas.openxmlformats.org/officeDocument/2006/relationships/notesMaster" Target="notesMasters/notesMaster1.xml" /><Relationship Id="rId20" Type="http://schemas.openxmlformats.org/officeDocument/2006/relationships/theme" Target="theme/theme1.xml" /><Relationship Id="rId1" Type="http://schemas.openxmlformats.org/officeDocument/2006/relationships/customXml" Target="../customXml/item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slide" Target="slides/slide11.xml" /><Relationship Id="rId10" Type="http://schemas.openxmlformats.org/officeDocument/2006/relationships/slide" Target="slides/slide6.xml" /><Relationship Id="rId19" Type="http://schemas.openxmlformats.org/officeDocument/2006/relationships/viewProps" Target="viewProps.xml" /><Relationship Id="rId4" Type="http://schemas.openxmlformats.org/officeDocument/2006/relationships/slideMaster" Target="slideMasters/slideMaster1.xml" /><Relationship Id="rId9" Type="http://schemas.openxmlformats.org/officeDocument/2006/relationships/slide" Target="slides/slide5.xml" /><Relationship Id="rId14" Type="http://schemas.openxmlformats.org/officeDocument/2006/relationships/slide" Target="slides/slide10.xml" /><Relationship Id="rId22" Type="http://schemas.microsoft.com/office/2018/10/relationships/authors" Target="authors.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E6F21-F9AA-B804-F44A-0E1CBE7D10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2/9/2024</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2/9/2024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t>2</a:t>
            </a:fld>
            <a:endParaRPr lang="en-US" dirty="0"/>
          </a:p>
        </p:txBody>
      </p:sp>
    </p:spTree>
    <p:extLst>
      <p:ext uri="{BB962C8B-B14F-4D97-AF65-F5344CB8AC3E}">
        <p14:creationId xmlns:p14="http://schemas.microsoft.com/office/powerpoint/2010/main" val="2915729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23" name="Freeform: Shape 22">
            <a:extLst>
              <a:ext uri="{FF2B5EF4-FFF2-40B4-BE49-F238E27FC236}">
                <a16:creationId xmlns:a16="http://schemas.microsoft.com/office/drawing/2014/main" id="{84B8E19A-569B-855B-EBF8-C02F2998ABC8}"/>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72795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D8C351DE-CA9A-93E5-2E6E-0921FA2D688A}"/>
              </a:ext>
            </a:extLst>
          </p:cNvPr>
          <p:cNvSpPr/>
          <p:nvPr userDrawn="1"/>
        </p:nvSpPr>
        <p:spPr>
          <a:xfrm>
            <a:off x="0" y="0"/>
            <a:ext cx="7067730" cy="6858000"/>
          </a:xfrm>
          <a:custGeom>
            <a:avLst/>
            <a:gdLst>
              <a:gd name="connsiteX0" fmla="*/ 0 w 7067730"/>
              <a:gd name="connsiteY0" fmla="*/ 0 h 6858000"/>
              <a:gd name="connsiteX1" fmla="*/ 5624908 w 7067730"/>
              <a:gd name="connsiteY1" fmla="*/ 0 h 6858000"/>
              <a:gd name="connsiteX2" fmla="*/ 5747835 w 7067730"/>
              <a:gd name="connsiteY2" fmla="*/ 66359 h 6858000"/>
              <a:gd name="connsiteX3" fmla="*/ 6800990 w 7067730"/>
              <a:gd name="connsiteY3" fmla="*/ 1269725 h 6858000"/>
              <a:gd name="connsiteX4" fmla="*/ 6967801 w 7067730"/>
              <a:gd name="connsiteY4" fmla="*/ 3184523 h 6858000"/>
              <a:gd name="connsiteX5" fmla="*/ 5549878 w 7067730"/>
              <a:gd name="connsiteY5" fmla="*/ 4821851 h 6858000"/>
              <a:gd name="connsiteX6" fmla="*/ 4818374 w 7067730"/>
              <a:gd name="connsiteY6" fmla="*/ 5001158 h 6858000"/>
              <a:gd name="connsiteX7" fmla="*/ 3297849 w 7067730"/>
              <a:gd name="connsiteY7" fmla="*/ 5605778 h 6858000"/>
              <a:gd name="connsiteX8" fmla="*/ 2299274 w 7067730"/>
              <a:gd name="connsiteY8" fmla="*/ 6672529 h 6858000"/>
              <a:gd name="connsiteX9" fmla="*/ 2190713 w 7067730"/>
              <a:gd name="connsiteY9" fmla="*/ 6840787 h 6858000"/>
              <a:gd name="connsiteX10" fmla="*/ 2180046 w 7067730"/>
              <a:gd name="connsiteY10" fmla="*/ 6858000 h 6858000"/>
              <a:gd name="connsiteX11" fmla="*/ 0 w 706773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67730" h="6858000">
                <a:moveTo>
                  <a:pt x="0" y="0"/>
                </a:moveTo>
                <a:lnTo>
                  <a:pt x="5624908" y="0"/>
                </a:lnTo>
                <a:lnTo>
                  <a:pt x="5747835" y="66359"/>
                </a:lnTo>
                <a:cubicBezTo>
                  <a:pt x="6191694" y="338566"/>
                  <a:pt x="6550372" y="730462"/>
                  <a:pt x="6800990" y="1269725"/>
                </a:cubicBezTo>
                <a:cubicBezTo>
                  <a:pt x="7073654" y="1856367"/>
                  <a:pt x="7151634" y="2496371"/>
                  <a:pt x="6967801" y="3184523"/>
                </a:cubicBezTo>
                <a:cubicBezTo>
                  <a:pt x="6752318" y="3991449"/>
                  <a:pt x="6266657" y="4528124"/>
                  <a:pt x="5549878" y="4821851"/>
                </a:cubicBezTo>
                <a:cubicBezTo>
                  <a:pt x="5310251" y="4920015"/>
                  <a:pt x="5064169" y="4955733"/>
                  <a:pt x="4818374" y="5001158"/>
                </a:cubicBezTo>
                <a:cubicBezTo>
                  <a:pt x="4287053" y="5099178"/>
                  <a:pt x="3773566" y="5274085"/>
                  <a:pt x="3297849" y="5605778"/>
                </a:cubicBezTo>
                <a:cubicBezTo>
                  <a:pt x="2897243" y="5884873"/>
                  <a:pt x="2575429" y="6252666"/>
                  <a:pt x="2299274" y="6672529"/>
                </a:cubicBezTo>
                <a:cubicBezTo>
                  <a:pt x="2260727" y="6731138"/>
                  <a:pt x="2224651" y="6787110"/>
                  <a:pt x="2190713" y="6840787"/>
                </a:cubicBezTo>
                <a:lnTo>
                  <a:pt x="218004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704384" y="2788521"/>
            <a:ext cx="6229530" cy="1325563"/>
          </a:xfrm>
        </p:spPr>
        <p:txBody>
          <a:bodyPr/>
          <a:lstStyle>
            <a:lvl1pPr algn="ctr">
              <a:defRPr>
                <a:solidFill>
                  <a:schemeClr val="accent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7790688" y="1170432"/>
            <a:ext cx="4133088" cy="4351338"/>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25" name="Freeform: Shape 24">
            <a:extLst>
              <a:ext uri="{FF2B5EF4-FFF2-40B4-BE49-F238E27FC236}">
                <a16:creationId xmlns:a16="http://schemas.microsoft.com/office/drawing/2014/main" id="{070813B7-403A-9A3E-5E5C-44C1680DE4C3}"/>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82937281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anchor="b"/>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3920489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6"/>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D6B97A1A-D605-738D-8C08-D97B3BBB5274}"/>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5B033E79-37B9-73B6-FED8-8DF23954CCE8}"/>
              </a:ext>
            </a:extLst>
          </p:cNvPr>
          <p:cNvSpPr>
            <a:spLocks noGrp="1"/>
          </p:cNvSpPr>
          <p:nvPr>
            <p:ph type="title" hasCustomPrompt="1"/>
          </p:nvPr>
        </p:nvSpPr>
        <p:spPr>
          <a:xfrm>
            <a:off x="2560320" y="3078480"/>
            <a:ext cx="4840641" cy="1773555"/>
          </a:xfrm>
        </p:spPr>
        <p:txBody>
          <a:bodyPr anchor="b"/>
          <a:lstStyle>
            <a:lvl1pPr>
              <a:defRPr sz="6000">
                <a:solidFill>
                  <a:schemeClr val="accent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05721041-CFF4-58F6-F8DE-DFDCD6CC6303}"/>
              </a:ext>
            </a:extLst>
          </p:cNvPr>
          <p:cNvSpPr>
            <a:spLocks noGrp="1"/>
          </p:cNvSpPr>
          <p:nvPr>
            <p:ph type="body" idx="1"/>
          </p:nvPr>
        </p:nvSpPr>
        <p:spPr>
          <a:xfrm>
            <a:off x="2560320" y="4852035"/>
            <a:ext cx="4840641" cy="551411"/>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19" name="Freeform: Shape 18">
            <a:extLst>
              <a:ext uri="{FF2B5EF4-FFF2-40B4-BE49-F238E27FC236}">
                <a16:creationId xmlns:a16="http://schemas.microsoft.com/office/drawing/2014/main" id="{1CC49F1D-4E95-A334-0DE1-5115637E40AF}"/>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B560DF2B-C95A-F8F1-E64F-37BCABFF8014}"/>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A6011814-D2B8-5264-367E-302C5338E1E6}"/>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58E452E6-C959-CF06-5BE1-AC6D28707FCB}"/>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p:nvPr>
        </p:nvSpPr>
        <p:spPr>
          <a:xfrm>
            <a:off x="576072" y="1901952"/>
            <a:ext cx="9363456" cy="38770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211128599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9363456" cy="38770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3" name="Freeform: Shape 12">
            <a:extLst>
              <a:ext uri="{FF2B5EF4-FFF2-40B4-BE49-F238E27FC236}">
                <a16:creationId xmlns:a16="http://schemas.microsoft.com/office/drawing/2014/main"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41332740"/>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alt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10515600" cy="38770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6"/>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5199B7A0-EDB8-5A2D-0096-78B259F81F83}"/>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pic>
        <p:nvPicPr>
          <p:cNvPr id="26" name="Graphic 25">
            <a:extLst>
              <a:ext uri="{FF2B5EF4-FFF2-40B4-BE49-F238E27FC236}">
                <a16:creationId xmlns:a16="http://schemas.microsoft.com/office/drawing/2014/main" id="{9A083F98-8E0D-14F8-CA40-D0B5AB8037E2}"/>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tretch>
            <a:fillRect/>
          </a:stretch>
        </p:blipFill>
        <p:spPr>
          <a:xfrm>
            <a:off x="1411582" y="447749"/>
            <a:ext cx="2330685" cy="1898712"/>
          </a:xfrm>
          <a:prstGeom prst="rect">
            <a:avLst/>
          </a:prstGeom>
        </p:spPr>
      </p:pic>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p:nvPr>
        </p:nvSpPr>
        <p:spPr>
          <a:xfrm>
            <a:off x="3278188" y="2740025"/>
            <a:ext cx="5688012" cy="2028825"/>
          </a:xfrm>
        </p:spPr>
        <p:txBody>
          <a:bodyPr>
            <a:normAutofit/>
          </a:bodyPr>
          <a:lstStyle>
            <a:lvl1pPr marL="0" indent="0" algn="ctr">
              <a:lnSpc>
                <a:spcPct val="100000"/>
              </a:lnSpc>
              <a:spcBef>
                <a:spcPts val="0"/>
              </a:spcBef>
              <a:buNone/>
              <a:defRPr sz="2400"/>
            </a:lvl1pPr>
          </a:lstStyle>
          <a:p>
            <a:pPr lvl="0"/>
            <a:r>
              <a:rPr lang="en-GB"/>
              <a:t>Click to edit Master text styles</a:t>
            </a:r>
          </a:p>
        </p:txBody>
      </p:sp>
      <p:sp>
        <p:nvSpPr>
          <p:cNvPr id="2" name="Title 1">
            <a:extLst>
              <a:ext uri="{FF2B5EF4-FFF2-40B4-BE49-F238E27FC236}">
                <a16:creationId xmlns:a16="http://schemas.microsoft.com/office/drawing/2014/main" id="{867817C7-4A09-9188-0BD5-838E3AD61F1A}"/>
              </a:ext>
            </a:extLst>
          </p:cNvPr>
          <p:cNvSpPr>
            <a:spLocks noGrp="1"/>
          </p:cNvSpPr>
          <p:nvPr>
            <p:ph type="title"/>
          </p:nvPr>
        </p:nvSpPr>
        <p:spPr>
          <a:xfrm>
            <a:off x="838200" y="1901952"/>
            <a:ext cx="10515600" cy="466344"/>
          </a:xfrm>
        </p:spPr>
        <p:txBody>
          <a:bodyPr/>
          <a:lstStyle>
            <a:lvl1pPr algn="ctr">
              <a:defRPr sz="2400" cap="all" baseline="0">
                <a:latin typeface="Gill Sans Nova" panose="020B0602020104020203" pitchFamily="34" charset="0"/>
              </a:defRPr>
            </a:lvl1pPr>
          </a:lstStyle>
          <a:p>
            <a:r>
              <a:rPr lang="en-GB"/>
              <a:t>Click to edit Master title style</a:t>
            </a:r>
            <a:endParaRPr lang="en-US" dirty="0"/>
          </a:p>
        </p:txBody>
      </p:sp>
      <p:sp>
        <p:nvSpPr>
          <p:cNvPr id="22" name="Freeform: Shape 21">
            <a:extLst>
              <a:ext uri="{FF2B5EF4-FFF2-40B4-BE49-F238E27FC236}">
                <a16:creationId xmlns:a16="http://schemas.microsoft.com/office/drawing/2014/main" id="{83712F38-4391-A499-56E2-8F095A506D08}"/>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AA6350AA-EC6F-8D22-E7C8-E49FBD7689EB}"/>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8" name="Freeform: Shape 27">
            <a:extLst>
              <a:ext uri="{FF2B5EF4-FFF2-40B4-BE49-F238E27FC236}">
                <a16:creationId xmlns:a16="http://schemas.microsoft.com/office/drawing/2014/main" id="{B1BA04E2-C77D-D0F1-EC03-2F832DFA5498}"/>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GB" dirty="0"/>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GB" dirty="0"/>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GB" dirty="0"/>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GB" dirty="0"/>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7786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GB"/>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4412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GB"/>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43493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GB"/>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926040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GB"/>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7786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4412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43493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926040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8" name="Freeform: Shape 17">
            <a:extLst>
              <a:ext uri="{FF2B5EF4-FFF2-40B4-BE49-F238E27FC236}">
                <a16:creationId xmlns:a16="http://schemas.microsoft.com/office/drawing/2014/main" id="{F0A8F0DB-3D3D-DC0F-84AC-4386B58AD6E5}"/>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283071543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11C6679A-1B60-DCCD-7295-255649B92C60}"/>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GB" dirty="0"/>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GB" dirty="0"/>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GB" dirty="0"/>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GB" dirty="0"/>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3325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GB"/>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1976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GB"/>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20626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GB"/>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899277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GB"/>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3325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1976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20626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899277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2" name="Picture Placeholder 38">
            <a:extLst>
              <a:ext uri="{FF2B5EF4-FFF2-40B4-BE49-F238E27FC236}">
                <a16:creationId xmlns:a16="http://schemas.microsoft.com/office/drawing/2014/main" id="{08C258FA-3031-35D9-6558-64BA58554EF4}"/>
              </a:ext>
            </a:extLst>
          </p:cNvPr>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GB" dirty="0"/>
              <a:t>Click icon to add picture</a:t>
            </a:r>
            <a:endParaRPr lang="en-US" dirty="0"/>
          </a:p>
        </p:txBody>
      </p:sp>
      <p:sp>
        <p:nvSpPr>
          <p:cNvPr id="3" name="Picture Placeholder 39">
            <a:extLst>
              <a:ext uri="{FF2B5EF4-FFF2-40B4-BE49-F238E27FC236}">
                <a16:creationId xmlns:a16="http://schemas.microsoft.com/office/drawing/2014/main" id="{465869E5-C0B6-69BE-1E2D-A4496F633D25}"/>
              </a:ext>
            </a:extLst>
          </p:cNvPr>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GB" dirty="0"/>
              <a:t>Click icon to add picture</a:t>
            </a:r>
            <a:endParaRPr lang="en-US" dirty="0"/>
          </a:p>
        </p:txBody>
      </p:sp>
      <p:sp>
        <p:nvSpPr>
          <p:cNvPr id="7" name="Picture Placeholder 40">
            <a:extLst>
              <a:ext uri="{FF2B5EF4-FFF2-40B4-BE49-F238E27FC236}">
                <a16:creationId xmlns:a16="http://schemas.microsoft.com/office/drawing/2014/main" id="{601870D8-4080-BDC3-CD50-097B328E1789}"/>
              </a:ext>
            </a:extLst>
          </p:cNvPr>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GB" dirty="0"/>
              <a:t>Click icon to add picture</a:t>
            </a:r>
            <a:endParaRPr lang="en-US" dirty="0"/>
          </a:p>
        </p:txBody>
      </p:sp>
      <p:sp>
        <p:nvSpPr>
          <p:cNvPr id="8" name="Picture Placeholder 41">
            <a:extLst>
              <a:ext uri="{FF2B5EF4-FFF2-40B4-BE49-F238E27FC236}">
                <a16:creationId xmlns:a16="http://schemas.microsoft.com/office/drawing/2014/main" id="{B4779DAA-6424-E58D-2CC8-7DE922E2AFDA}"/>
              </a:ext>
            </a:extLst>
          </p:cNvPr>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GB" dirty="0"/>
              <a:t>Click icon to add picture</a:t>
            </a:r>
            <a:endParaRPr lang="en-US" dirty="0"/>
          </a:p>
        </p:txBody>
      </p:sp>
      <p:sp>
        <p:nvSpPr>
          <p:cNvPr id="9" name="Text Placeholder 46">
            <a:extLst>
              <a:ext uri="{FF2B5EF4-FFF2-40B4-BE49-F238E27FC236}">
                <a16:creationId xmlns:a16="http://schemas.microsoft.com/office/drawing/2014/main" id="{1732A3A5-B50F-7A5D-DA66-644509A99987}"/>
              </a:ext>
            </a:extLst>
          </p:cNvPr>
          <p:cNvSpPr>
            <a:spLocks noGrp="1"/>
          </p:cNvSpPr>
          <p:nvPr>
            <p:ph type="body" sz="quarter" idx="29"/>
          </p:nvPr>
        </p:nvSpPr>
        <p:spPr>
          <a:xfrm>
            <a:off x="63325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GB"/>
              <a:t>Click to edit Master text styles</a:t>
            </a:r>
          </a:p>
        </p:txBody>
      </p:sp>
      <p:sp>
        <p:nvSpPr>
          <p:cNvPr id="10" name="Text Placeholder 46">
            <a:extLst>
              <a:ext uri="{FF2B5EF4-FFF2-40B4-BE49-F238E27FC236}">
                <a16:creationId xmlns:a16="http://schemas.microsoft.com/office/drawing/2014/main" id="{87CC578C-FDBD-2BD2-8930-A795C0A8D1FC}"/>
              </a:ext>
            </a:extLst>
          </p:cNvPr>
          <p:cNvSpPr>
            <a:spLocks noGrp="1"/>
          </p:cNvSpPr>
          <p:nvPr>
            <p:ph type="body" sz="quarter" idx="30"/>
          </p:nvPr>
        </p:nvSpPr>
        <p:spPr>
          <a:xfrm>
            <a:off x="341976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GB"/>
              <a:t>Click to edit Master text styles</a:t>
            </a:r>
          </a:p>
        </p:txBody>
      </p:sp>
      <p:sp>
        <p:nvSpPr>
          <p:cNvPr id="11" name="Text Placeholder 46">
            <a:extLst>
              <a:ext uri="{FF2B5EF4-FFF2-40B4-BE49-F238E27FC236}">
                <a16:creationId xmlns:a16="http://schemas.microsoft.com/office/drawing/2014/main" id="{6CE31252-6548-7D94-98E5-E652CED78F27}"/>
              </a:ext>
            </a:extLst>
          </p:cNvPr>
          <p:cNvSpPr>
            <a:spLocks noGrp="1"/>
          </p:cNvSpPr>
          <p:nvPr>
            <p:ph type="body" sz="quarter" idx="31"/>
          </p:nvPr>
        </p:nvSpPr>
        <p:spPr>
          <a:xfrm>
            <a:off x="620626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GB"/>
              <a:t>Click to edit Master text styles</a:t>
            </a:r>
          </a:p>
        </p:txBody>
      </p:sp>
      <p:sp>
        <p:nvSpPr>
          <p:cNvPr id="12" name="Text Placeholder 46">
            <a:extLst>
              <a:ext uri="{FF2B5EF4-FFF2-40B4-BE49-F238E27FC236}">
                <a16:creationId xmlns:a16="http://schemas.microsoft.com/office/drawing/2014/main" id="{2C4E0AF4-17FD-BEAA-BDD9-806DC564D2F7}"/>
              </a:ext>
            </a:extLst>
          </p:cNvPr>
          <p:cNvSpPr>
            <a:spLocks noGrp="1"/>
          </p:cNvSpPr>
          <p:nvPr>
            <p:ph type="body" sz="quarter" idx="32"/>
          </p:nvPr>
        </p:nvSpPr>
        <p:spPr>
          <a:xfrm>
            <a:off x="899277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GB"/>
              <a:t>Click to edit Master text styles</a:t>
            </a:r>
          </a:p>
        </p:txBody>
      </p:sp>
      <p:sp>
        <p:nvSpPr>
          <p:cNvPr id="13" name="Text Placeholder 46">
            <a:extLst>
              <a:ext uri="{FF2B5EF4-FFF2-40B4-BE49-F238E27FC236}">
                <a16:creationId xmlns:a16="http://schemas.microsoft.com/office/drawing/2014/main" id="{35C6F103-92F0-87A2-E3CC-656E2EF3E365}"/>
              </a:ext>
            </a:extLst>
          </p:cNvPr>
          <p:cNvSpPr>
            <a:spLocks noGrp="1"/>
          </p:cNvSpPr>
          <p:nvPr>
            <p:ph type="body" sz="quarter" idx="33" hasCustomPrompt="1"/>
          </p:nvPr>
        </p:nvSpPr>
        <p:spPr>
          <a:xfrm>
            <a:off x="63325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4" name="Text Placeholder 46">
            <a:extLst>
              <a:ext uri="{FF2B5EF4-FFF2-40B4-BE49-F238E27FC236}">
                <a16:creationId xmlns:a16="http://schemas.microsoft.com/office/drawing/2014/main" id="{C30881DE-F3FC-C690-BFCB-9EF66A5EB141}"/>
              </a:ext>
            </a:extLst>
          </p:cNvPr>
          <p:cNvSpPr>
            <a:spLocks noGrp="1"/>
          </p:cNvSpPr>
          <p:nvPr>
            <p:ph type="body" sz="quarter" idx="34" hasCustomPrompt="1"/>
          </p:nvPr>
        </p:nvSpPr>
        <p:spPr>
          <a:xfrm>
            <a:off x="341976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5" name="Text Placeholder 46">
            <a:extLst>
              <a:ext uri="{FF2B5EF4-FFF2-40B4-BE49-F238E27FC236}">
                <a16:creationId xmlns:a16="http://schemas.microsoft.com/office/drawing/2014/main" id="{971AAA9F-B007-79B3-0B99-BE5131FC81F3}"/>
              </a:ext>
            </a:extLst>
          </p:cNvPr>
          <p:cNvSpPr>
            <a:spLocks noGrp="1"/>
          </p:cNvSpPr>
          <p:nvPr>
            <p:ph type="body" sz="quarter" idx="35" hasCustomPrompt="1"/>
          </p:nvPr>
        </p:nvSpPr>
        <p:spPr>
          <a:xfrm>
            <a:off x="620626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6" name="Text Placeholder 46">
            <a:extLst>
              <a:ext uri="{FF2B5EF4-FFF2-40B4-BE49-F238E27FC236}">
                <a16:creationId xmlns:a16="http://schemas.microsoft.com/office/drawing/2014/main" id="{EDC1B84D-1134-2679-FDF4-5B93BE5F27E8}"/>
              </a:ext>
            </a:extLst>
          </p:cNvPr>
          <p:cNvSpPr>
            <a:spLocks noGrp="1"/>
          </p:cNvSpPr>
          <p:nvPr>
            <p:ph type="body" sz="quarter" idx="36" hasCustomPrompt="1"/>
          </p:nvPr>
        </p:nvSpPr>
        <p:spPr>
          <a:xfrm>
            <a:off x="899277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Tree>
    <p:extLst>
      <p:ext uri="{BB962C8B-B14F-4D97-AF65-F5344CB8AC3E}">
        <p14:creationId xmlns:p14="http://schemas.microsoft.com/office/powerpoint/2010/main" val="170490853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3DEDA47D-E273-7C0A-CFFA-A38BA27188CA}"/>
              </a:ext>
            </a:extLst>
          </p:cNvPr>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0" fmla="*/ 1607893 w 8239467"/>
              <a:gd name="connsiteY0" fmla="*/ 472905 h 5016456"/>
              <a:gd name="connsiteX1" fmla="*/ 3748130 w 8239467"/>
              <a:gd name="connsiteY1" fmla="*/ 256 h 5016456"/>
              <a:gd name="connsiteX2" fmla="*/ 5754431 w 8239467"/>
              <a:gd name="connsiteY2" fmla="*/ 453958 h 5016456"/>
              <a:gd name="connsiteX3" fmla="*/ 7427617 w 8239467"/>
              <a:gd name="connsiteY3" fmla="*/ 1647586 h 5016456"/>
              <a:gd name="connsiteX4" fmla="*/ 7864409 w 8239467"/>
              <a:gd name="connsiteY4" fmla="*/ 2141444 h 5016456"/>
              <a:gd name="connsiteX5" fmla="*/ 8181935 w 8239467"/>
              <a:gd name="connsiteY5" fmla="*/ 3652263 h 5016456"/>
              <a:gd name="connsiteX6" fmla="*/ 7514311 w 8239467"/>
              <a:gd name="connsiteY6" fmla="*/ 4625329 h 5016456"/>
              <a:gd name="connsiteX7" fmla="*/ 6194528 w 8239467"/>
              <a:gd name="connsiteY7" fmla="*/ 4840094 h 5016456"/>
              <a:gd name="connsiteX8" fmla="*/ 5773470 w 8239467"/>
              <a:gd name="connsiteY8" fmla="*/ 4635681 h 5016456"/>
              <a:gd name="connsiteX9" fmla="*/ 4807692 w 8239467"/>
              <a:gd name="connsiteY9" fmla="*/ 4320645 h 5016456"/>
              <a:gd name="connsiteX10" fmla="*/ 3911945 w 8239467"/>
              <a:gd name="connsiteY10" fmla="*/ 4430992 h 5016456"/>
              <a:gd name="connsiteX11" fmla="*/ 3193056 w 8239467"/>
              <a:gd name="connsiteY11" fmla="*/ 4694916 h 5016456"/>
              <a:gd name="connsiteX12" fmla="*/ 800152 w 8239467"/>
              <a:gd name="connsiteY12" fmla="*/ 4775642 h 5016456"/>
              <a:gd name="connsiteX13" fmla="*/ 363635 w 8239467"/>
              <a:gd name="connsiteY13" fmla="*/ 4374943 h 5016456"/>
              <a:gd name="connsiteX14" fmla="*/ 0 w 8239467"/>
              <a:gd name="connsiteY14" fmla="*/ 3580002 h 5016456"/>
              <a:gd name="connsiteX0" fmla="*/ 1244258 w 7875832"/>
              <a:gd name="connsiteY0" fmla="*/ 472905 h 5016456"/>
              <a:gd name="connsiteX1" fmla="*/ 3384495 w 7875832"/>
              <a:gd name="connsiteY1" fmla="*/ 256 h 5016456"/>
              <a:gd name="connsiteX2" fmla="*/ 5390796 w 7875832"/>
              <a:gd name="connsiteY2" fmla="*/ 453958 h 5016456"/>
              <a:gd name="connsiteX3" fmla="*/ 7063982 w 7875832"/>
              <a:gd name="connsiteY3" fmla="*/ 1647586 h 5016456"/>
              <a:gd name="connsiteX4" fmla="*/ 7500774 w 7875832"/>
              <a:gd name="connsiteY4" fmla="*/ 2141444 h 5016456"/>
              <a:gd name="connsiteX5" fmla="*/ 7818300 w 7875832"/>
              <a:gd name="connsiteY5" fmla="*/ 3652263 h 5016456"/>
              <a:gd name="connsiteX6" fmla="*/ 7150676 w 7875832"/>
              <a:gd name="connsiteY6" fmla="*/ 4625329 h 5016456"/>
              <a:gd name="connsiteX7" fmla="*/ 5830893 w 7875832"/>
              <a:gd name="connsiteY7" fmla="*/ 4840094 h 5016456"/>
              <a:gd name="connsiteX8" fmla="*/ 5409835 w 7875832"/>
              <a:gd name="connsiteY8" fmla="*/ 4635681 h 5016456"/>
              <a:gd name="connsiteX9" fmla="*/ 4444057 w 7875832"/>
              <a:gd name="connsiteY9" fmla="*/ 4320645 h 5016456"/>
              <a:gd name="connsiteX10" fmla="*/ 3548310 w 7875832"/>
              <a:gd name="connsiteY10" fmla="*/ 4430992 h 5016456"/>
              <a:gd name="connsiteX11" fmla="*/ 2829421 w 7875832"/>
              <a:gd name="connsiteY11" fmla="*/ 4694916 h 5016456"/>
              <a:gd name="connsiteX12" fmla="*/ 436517 w 7875832"/>
              <a:gd name="connsiteY12" fmla="*/ 4775642 h 5016456"/>
              <a:gd name="connsiteX13" fmla="*/ 0 w 7875832"/>
              <a:gd name="connsiteY13" fmla="*/ 4374943 h 5016456"/>
              <a:gd name="connsiteX0" fmla="*/ 807741 w 7439315"/>
              <a:gd name="connsiteY0" fmla="*/ 472905 h 5016456"/>
              <a:gd name="connsiteX1" fmla="*/ 2947978 w 7439315"/>
              <a:gd name="connsiteY1" fmla="*/ 256 h 5016456"/>
              <a:gd name="connsiteX2" fmla="*/ 4954279 w 7439315"/>
              <a:gd name="connsiteY2" fmla="*/ 453958 h 5016456"/>
              <a:gd name="connsiteX3" fmla="*/ 6627465 w 7439315"/>
              <a:gd name="connsiteY3" fmla="*/ 1647586 h 5016456"/>
              <a:gd name="connsiteX4" fmla="*/ 7064257 w 7439315"/>
              <a:gd name="connsiteY4" fmla="*/ 2141444 h 5016456"/>
              <a:gd name="connsiteX5" fmla="*/ 7381783 w 7439315"/>
              <a:gd name="connsiteY5" fmla="*/ 3652263 h 5016456"/>
              <a:gd name="connsiteX6" fmla="*/ 6714159 w 7439315"/>
              <a:gd name="connsiteY6" fmla="*/ 4625329 h 5016456"/>
              <a:gd name="connsiteX7" fmla="*/ 5394376 w 7439315"/>
              <a:gd name="connsiteY7" fmla="*/ 4840094 h 5016456"/>
              <a:gd name="connsiteX8" fmla="*/ 4973318 w 7439315"/>
              <a:gd name="connsiteY8" fmla="*/ 4635681 h 5016456"/>
              <a:gd name="connsiteX9" fmla="*/ 4007540 w 7439315"/>
              <a:gd name="connsiteY9" fmla="*/ 4320645 h 5016456"/>
              <a:gd name="connsiteX10" fmla="*/ 3111793 w 7439315"/>
              <a:gd name="connsiteY10" fmla="*/ 4430992 h 5016456"/>
              <a:gd name="connsiteX11" fmla="*/ 2392904 w 7439315"/>
              <a:gd name="connsiteY11" fmla="*/ 4694916 h 5016456"/>
              <a:gd name="connsiteX12" fmla="*/ 0 w 7439315"/>
              <a:gd name="connsiteY12" fmla="*/ 4775642 h 5016456"/>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11" fmla="*/ 1585163 w 6631574"/>
              <a:gd name="connsiteY11" fmla="*/ 4694916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0" fmla="*/ 0 w 6631574"/>
              <a:gd name="connsiteY0" fmla="*/ 472905 h 4625329"/>
              <a:gd name="connsiteX1" fmla="*/ 2140237 w 6631574"/>
              <a:gd name="connsiteY1" fmla="*/ 256 h 4625329"/>
              <a:gd name="connsiteX2" fmla="*/ 4146538 w 6631574"/>
              <a:gd name="connsiteY2" fmla="*/ 453958 h 4625329"/>
              <a:gd name="connsiteX3" fmla="*/ 5819724 w 6631574"/>
              <a:gd name="connsiteY3" fmla="*/ 1647586 h 4625329"/>
              <a:gd name="connsiteX4" fmla="*/ 6256516 w 6631574"/>
              <a:gd name="connsiteY4" fmla="*/ 2141444 h 4625329"/>
              <a:gd name="connsiteX5" fmla="*/ 6574042 w 6631574"/>
              <a:gd name="connsiteY5" fmla="*/ 3652263 h 4625329"/>
              <a:gd name="connsiteX6" fmla="*/ 5906418 w 6631574"/>
              <a:gd name="connsiteY6" fmla="*/ 4625329 h 4625329"/>
              <a:gd name="connsiteX0" fmla="*/ 0 w 6631574"/>
              <a:gd name="connsiteY0" fmla="*/ 472905 h 3652263"/>
              <a:gd name="connsiteX1" fmla="*/ 2140237 w 6631574"/>
              <a:gd name="connsiteY1" fmla="*/ 256 h 3652263"/>
              <a:gd name="connsiteX2" fmla="*/ 4146538 w 6631574"/>
              <a:gd name="connsiteY2" fmla="*/ 453958 h 3652263"/>
              <a:gd name="connsiteX3" fmla="*/ 5819724 w 6631574"/>
              <a:gd name="connsiteY3" fmla="*/ 1647586 h 3652263"/>
              <a:gd name="connsiteX4" fmla="*/ 6256516 w 6631574"/>
              <a:gd name="connsiteY4" fmla="*/ 2141444 h 3652263"/>
              <a:gd name="connsiteX5" fmla="*/ 6574042 w 6631574"/>
              <a:gd name="connsiteY5" fmla="*/ 3652263 h 3652263"/>
              <a:gd name="connsiteX0" fmla="*/ 0 w 6256516"/>
              <a:gd name="connsiteY0" fmla="*/ 472905 h 2141444"/>
              <a:gd name="connsiteX1" fmla="*/ 2140237 w 6256516"/>
              <a:gd name="connsiteY1" fmla="*/ 256 h 2141444"/>
              <a:gd name="connsiteX2" fmla="*/ 4146538 w 6256516"/>
              <a:gd name="connsiteY2" fmla="*/ 453958 h 2141444"/>
              <a:gd name="connsiteX3" fmla="*/ 5819724 w 6256516"/>
              <a:gd name="connsiteY3" fmla="*/ 1647586 h 2141444"/>
              <a:gd name="connsiteX4" fmla="*/ 6256516 w 6256516"/>
              <a:gd name="connsiteY4" fmla="*/ 2141444 h 2141444"/>
              <a:gd name="connsiteX0" fmla="*/ 0 w 5819724"/>
              <a:gd name="connsiteY0" fmla="*/ 472905 h 1647586"/>
              <a:gd name="connsiteX1" fmla="*/ 2140237 w 5819724"/>
              <a:gd name="connsiteY1" fmla="*/ 256 h 1647586"/>
              <a:gd name="connsiteX2" fmla="*/ 4146538 w 5819724"/>
              <a:gd name="connsiteY2" fmla="*/ 453958 h 1647586"/>
              <a:gd name="connsiteX3" fmla="*/ 5819724 w 5819724"/>
              <a:gd name="connsiteY3" fmla="*/ 1647586 h 1647586"/>
              <a:gd name="connsiteX0" fmla="*/ 0 w 4146538"/>
              <a:gd name="connsiteY0" fmla="*/ 472905 h 472905"/>
              <a:gd name="connsiteX1" fmla="*/ 2140237 w 4146538"/>
              <a:gd name="connsiteY1" fmla="*/ 256 h 472905"/>
              <a:gd name="connsiteX2" fmla="*/ 4146538 w 4146538"/>
              <a:gd name="connsiteY2" fmla="*/ 453958 h 472905"/>
              <a:gd name="connsiteX0" fmla="*/ 0 w 2140237"/>
              <a:gd name="connsiteY0" fmla="*/ 472905 h 472905"/>
              <a:gd name="connsiteX1" fmla="*/ 2140237 w 2140237"/>
              <a:gd name="connsiteY1" fmla="*/ 256 h 472905"/>
            </a:gdLst>
            <a:ahLst/>
            <a:cxnLst>
              <a:cxn ang="0">
                <a:pos x="connsiteX0" y="connsiteY0"/>
              </a:cxn>
              <a:cxn ang="0">
                <a:pos x="connsiteX1" y="connsiteY1"/>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Freeform: Shape 44">
            <a:extLst>
              <a:ext uri="{FF2B5EF4-FFF2-40B4-BE49-F238E27FC236}">
                <a16:creationId xmlns:a16="http://schemas.microsoft.com/office/drawing/2014/main" id="{B02F7449-FACA-BB9A-408D-B21177D89A3F}"/>
              </a:ext>
            </a:extLst>
          </p:cNvPr>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18" fmla="*/ 3940078 w 8339975"/>
              <a:gd name="connsiteY18" fmla="*/ 91440 h 5016200"/>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499674 w 8338852"/>
              <a:gd name="connsiteY14" fmla="*/ 1383847 h 5016200"/>
              <a:gd name="connsiteX15" fmla="*/ 1317191 w 8338852"/>
              <a:gd name="connsiteY15" fmla="*/ 689538 h 5016200"/>
              <a:gd name="connsiteX16" fmla="*/ 1707278 w 8338852"/>
              <a:gd name="connsiteY16"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317191 w 8338852"/>
              <a:gd name="connsiteY14" fmla="*/ 689538 h 5016200"/>
              <a:gd name="connsiteX15" fmla="*/ 1707278 w 8338852"/>
              <a:gd name="connsiteY15"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707278 w 8338852"/>
              <a:gd name="connsiteY14"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0" fmla="*/ 3384495 w 7875832"/>
              <a:gd name="connsiteY0" fmla="*/ 0 h 5016200"/>
              <a:gd name="connsiteX1" fmla="*/ 5390796 w 7875832"/>
              <a:gd name="connsiteY1" fmla="*/ 453702 h 5016200"/>
              <a:gd name="connsiteX2" fmla="*/ 7063982 w 7875832"/>
              <a:gd name="connsiteY2" fmla="*/ 1647330 h 5016200"/>
              <a:gd name="connsiteX3" fmla="*/ 7500774 w 7875832"/>
              <a:gd name="connsiteY3" fmla="*/ 2141188 h 5016200"/>
              <a:gd name="connsiteX4" fmla="*/ 7818300 w 7875832"/>
              <a:gd name="connsiteY4" fmla="*/ 3652007 h 5016200"/>
              <a:gd name="connsiteX5" fmla="*/ 7150676 w 7875832"/>
              <a:gd name="connsiteY5" fmla="*/ 4625073 h 5016200"/>
              <a:gd name="connsiteX6" fmla="*/ 5830893 w 7875832"/>
              <a:gd name="connsiteY6" fmla="*/ 4839838 h 5016200"/>
              <a:gd name="connsiteX7" fmla="*/ 5409835 w 7875832"/>
              <a:gd name="connsiteY7" fmla="*/ 4635425 h 5016200"/>
              <a:gd name="connsiteX8" fmla="*/ 4444057 w 7875832"/>
              <a:gd name="connsiteY8" fmla="*/ 4320389 h 5016200"/>
              <a:gd name="connsiteX9" fmla="*/ 3548310 w 7875832"/>
              <a:gd name="connsiteY9" fmla="*/ 4430736 h 5016200"/>
              <a:gd name="connsiteX10" fmla="*/ 2829421 w 7875832"/>
              <a:gd name="connsiteY10" fmla="*/ 4694660 h 5016200"/>
              <a:gd name="connsiteX11" fmla="*/ 436517 w 7875832"/>
              <a:gd name="connsiteY11" fmla="*/ 4775386 h 5016200"/>
              <a:gd name="connsiteX12" fmla="*/ 0 w 7875832"/>
              <a:gd name="connsiteY12" fmla="*/ 4374687 h 5016200"/>
              <a:gd name="connsiteX0" fmla="*/ 2947978 w 7439315"/>
              <a:gd name="connsiteY0" fmla="*/ 0 h 5016200"/>
              <a:gd name="connsiteX1" fmla="*/ 4954279 w 7439315"/>
              <a:gd name="connsiteY1" fmla="*/ 453702 h 5016200"/>
              <a:gd name="connsiteX2" fmla="*/ 6627465 w 7439315"/>
              <a:gd name="connsiteY2" fmla="*/ 1647330 h 5016200"/>
              <a:gd name="connsiteX3" fmla="*/ 7064257 w 7439315"/>
              <a:gd name="connsiteY3" fmla="*/ 2141188 h 5016200"/>
              <a:gd name="connsiteX4" fmla="*/ 7381783 w 7439315"/>
              <a:gd name="connsiteY4" fmla="*/ 3652007 h 5016200"/>
              <a:gd name="connsiteX5" fmla="*/ 6714159 w 7439315"/>
              <a:gd name="connsiteY5" fmla="*/ 4625073 h 5016200"/>
              <a:gd name="connsiteX6" fmla="*/ 5394376 w 7439315"/>
              <a:gd name="connsiteY6" fmla="*/ 4839838 h 5016200"/>
              <a:gd name="connsiteX7" fmla="*/ 4973318 w 7439315"/>
              <a:gd name="connsiteY7" fmla="*/ 4635425 h 5016200"/>
              <a:gd name="connsiteX8" fmla="*/ 4007540 w 7439315"/>
              <a:gd name="connsiteY8" fmla="*/ 4320389 h 5016200"/>
              <a:gd name="connsiteX9" fmla="*/ 3111793 w 7439315"/>
              <a:gd name="connsiteY9" fmla="*/ 4430736 h 5016200"/>
              <a:gd name="connsiteX10" fmla="*/ 2392904 w 7439315"/>
              <a:gd name="connsiteY10" fmla="*/ 4694660 h 5016200"/>
              <a:gd name="connsiteX11" fmla="*/ 0 w 7439315"/>
              <a:gd name="connsiteY11" fmla="*/ 4775386 h 5016200"/>
              <a:gd name="connsiteX0" fmla="*/ 555074 w 5046411"/>
              <a:gd name="connsiteY0" fmla="*/ 0 h 4914376"/>
              <a:gd name="connsiteX1" fmla="*/ 2561375 w 5046411"/>
              <a:gd name="connsiteY1" fmla="*/ 453702 h 4914376"/>
              <a:gd name="connsiteX2" fmla="*/ 4234561 w 5046411"/>
              <a:gd name="connsiteY2" fmla="*/ 1647330 h 4914376"/>
              <a:gd name="connsiteX3" fmla="*/ 4671353 w 5046411"/>
              <a:gd name="connsiteY3" fmla="*/ 2141188 h 4914376"/>
              <a:gd name="connsiteX4" fmla="*/ 4988879 w 5046411"/>
              <a:gd name="connsiteY4" fmla="*/ 3652007 h 4914376"/>
              <a:gd name="connsiteX5" fmla="*/ 4321255 w 5046411"/>
              <a:gd name="connsiteY5" fmla="*/ 4625073 h 4914376"/>
              <a:gd name="connsiteX6" fmla="*/ 3001472 w 5046411"/>
              <a:gd name="connsiteY6" fmla="*/ 4839838 h 4914376"/>
              <a:gd name="connsiteX7" fmla="*/ 2580414 w 5046411"/>
              <a:gd name="connsiteY7" fmla="*/ 4635425 h 4914376"/>
              <a:gd name="connsiteX8" fmla="*/ 1614636 w 5046411"/>
              <a:gd name="connsiteY8" fmla="*/ 4320389 h 4914376"/>
              <a:gd name="connsiteX9" fmla="*/ 718889 w 5046411"/>
              <a:gd name="connsiteY9" fmla="*/ 4430736 h 4914376"/>
              <a:gd name="connsiteX10" fmla="*/ 0 w 5046411"/>
              <a:gd name="connsiteY10" fmla="*/ 4694660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9" fmla="*/ 163815 w 4491337"/>
              <a:gd name="connsiteY9" fmla="*/ 4430736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0" fmla="*/ 0 w 4491337"/>
              <a:gd name="connsiteY0" fmla="*/ 0 h 4625073"/>
              <a:gd name="connsiteX1" fmla="*/ 2006301 w 4491337"/>
              <a:gd name="connsiteY1" fmla="*/ 453702 h 4625073"/>
              <a:gd name="connsiteX2" fmla="*/ 3679487 w 4491337"/>
              <a:gd name="connsiteY2" fmla="*/ 1647330 h 4625073"/>
              <a:gd name="connsiteX3" fmla="*/ 4116279 w 4491337"/>
              <a:gd name="connsiteY3" fmla="*/ 2141188 h 4625073"/>
              <a:gd name="connsiteX4" fmla="*/ 4433805 w 4491337"/>
              <a:gd name="connsiteY4" fmla="*/ 3652007 h 4625073"/>
              <a:gd name="connsiteX5" fmla="*/ 3766181 w 4491337"/>
              <a:gd name="connsiteY5" fmla="*/ 4625073 h 4625073"/>
              <a:gd name="connsiteX0" fmla="*/ 0 w 4491337"/>
              <a:gd name="connsiteY0" fmla="*/ 0 h 3652007"/>
              <a:gd name="connsiteX1" fmla="*/ 2006301 w 4491337"/>
              <a:gd name="connsiteY1" fmla="*/ 453702 h 3652007"/>
              <a:gd name="connsiteX2" fmla="*/ 3679487 w 4491337"/>
              <a:gd name="connsiteY2" fmla="*/ 1647330 h 3652007"/>
              <a:gd name="connsiteX3" fmla="*/ 4116279 w 4491337"/>
              <a:gd name="connsiteY3" fmla="*/ 2141188 h 3652007"/>
              <a:gd name="connsiteX4" fmla="*/ 4433805 w 4491337"/>
              <a:gd name="connsiteY4" fmla="*/ 3652007 h 3652007"/>
              <a:gd name="connsiteX0" fmla="*/ 0 w 4116279"/>
              <a:gd name="connsiteY0" fmla="*/ 0 h 2141188"/>
              <a:gd name="connsiteX1" fmla="*/ 2006301 w 4116279"/>
              <a:gd name="connsiteY1" fmla="*/ 453702 h 2141188"/>
              <a:gd name="connsiteX2" fmla="*/ 3679487 w 4116279"/>
              <a:gd name="connsiteY2" fmla="*/ 1647330 h 2141188"/>
              <a:gd name="connsiteX3" fmla="*/ 4116279 w 4116279"/>
              <a:gd name="connsiteY3" fmla="*/ 2141188 h 2141188"/>
              <a:gd name="connsiteX0" fmla="*/ 0 w 3679487"/>
              <a:gd name="connsiteY0" fmla="*/ 0 h 1647330"/>
              <a:gd name="connsiteX1" fmla="*/ 2006301 w 3679487"/>
              <a:gd name="connsiteY1" fmla="*/ 453702 h 1647330"/>
              <a:gd name="connsiteX2" fmla="*/ 3679487 w 3679487"/>
              <a:gd name="connsiteY2" fmla="*/ 1647330 h 1647330"/>
              <a:gd name="connsiteX0" fmla="*/ 0 w 2006301"/>
              <a:gd name="connsiteY0" fmla="*/ 0 h 453702"/>
              <a:gd name="connsiteX1" fmla="*/ 2006301 w 2006301"/>
              <a:gd name="connsiteY1" fmla="*/ 453702 h 453702"/>
            </a:gdLst>
            <a:ahLst/>
            <a:cxnLst>
              <a:cxn ang="0">
                <a:pos x="connsiteX0" y="connsiteY0"/>
              </a:cxn>
              <a:cxn ang="0">
                <a:pos x="connsiteX1" y="connsiteY1"/>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5" name="Freeform: Shape 34">
            <a:extLst>
              <a:ext uri="{FF2B5EF4-FFF2-40B4-BE49-F238E27FC236}">
                <a16:creationId xmlns:a16="http://schemas.microsoft.com/office/drawing/2014/main" id="{273734FD-BC55-D1E1-2097-E9EF45006A4B}"/>
              </a:ext>
            </a:extLst>
          </p:cNvPr>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900660 w 8339975"/>
              <a:gd name="connsiteY0" fmla="*/ 4775642 h 5046560"/>
              <a:gd name="connsiteX1" fmla="*/ 464143 w 8339975"/>
              <a:gd name="connsiteY1" fmla="*/ 4374943 h 5046560"/>
              <a:gd name="connsiteX2" fmla="*/ 100508 w 8339975"/>
              <a:gd name="connsiteY2" fmla="*/ 3580002 h 5046560"/>
              <a:gd name="connsiteX3" fmla="*/ 1210 w 8339975"/>
              <a:gd name="connsiteY3" fmla="*/ 2578945 h 5046560"/>
              <a:gd name="connsiteX4" fmla="*/ 500797 w 8339975"/>
              <a:gd name="connsiteY4" fmla="*/ 1384103 h 5046560"/>
              <a:gd name="connsiteX5" fmla="*/ 1318314 w 8339975"/>
              <a:gd name="connsiteY5" fmla="*/ 689794 h 5046560"/>
              <a:gd name="connsiteX6" fmla="*/ 1708401 w 8339975"/>
              <a:gd name="connsiteY6" fmla="*/ 472905 h 5046560"/>
              <a:gd name="connsiteX7" fmla="*/ 3848638 w 8339975"/>
              <a:gd name="connsiteY7" fmla="*/ 256 h 5046560"/>
              <a:gd name="connsiteX8" fmla="*/ 5854939 w 8339975"/>
              <a:gd name="connsiteY8" fmla="*/ 453958 h 5046560"/>
              <a:gd name="connsiteX9" fmla="*/ 7528125 w 8339975"/>
              <a:gd name="connsiteY9" fmla="*/ 1647586 h 5046560"/>
              <a:gd name="connsiteX10" fmla="*/ 7964917 w 8339975"/>
              <a:gd name="connsiteY10" fmla="*/ 2141444 h 5046560"/>
              <a:gd name="connsiteX11" fmla="*/ 8282443 w 8339975"/>
              <a:gd name="connsiteY11" fmla="*/ 3652263 h 5046560"/>
              <a:gd name="connsiteX12" fmla="*/ 7614819 w 8339975"/>
              <a:gd name="connsiteY12" fmla="*/ 4625329 h 5046560"/>
              <a:gd name="connsiteX13" fmla="*/ 6295036 w 8339975"/>
              <a:gd name="connsiteY13" fmla="*/ 4840094 h 5046560"/>
              <a:gd name="connsiteX14" fmla="*/ 5873978 w 8339975"/>
              <a:gd name="connsiteY14" fmla="*/ 4635681 h 5046560"/>
              <a:gd name="connsiteX15" fmla="*/ 4908200 w 8339975"/>
              <a:gd name="connsiteY15" fmla="*/ 4320645 h 5046560"/>
              <a:gd name="connsiteX16" fmla="*/ 4012453 w 8339975"/>
              <a:gd name="connsiteY16" fmla="*/ 4430992 h 5046560"/>
              <a:gd name="connsiteX17" fmla="*/ 3293564 w 8339975"/>
              <a:gd name="connsiteY17" fmla="*/ 4694916 h 5046560"/>
              <a:gd name="connsiteX18" fmla="*/ 992100 w 8339975"/>
              <a:gd name="connsiteY18" fmla="*/ 4867082 h 5046560"/>
              <a:gd name="connsiteX0" fmla="*/ 910876 w 8350191"/>
              <a:gd name="connsiteY0" fmla="*/ 4775642 h 5046560"/>
              <a:gd name="connsiteX1" fmla="*/ 110724 w 8350191"/>
              <a:gd name="connsiteY1" fmla="*/ 3580002 h 5046560"/>
              <a:gd name="connsiteX2" fmla="*/ 11426 w 8350191"/>
              <a:gd name="connsiteY2" fmla="*/ 2578945 h 5046560"/>
              <a:gd name="connsiteX3" fmla="*/ 511013 w 8350191"/>
              <a:gd name="connsiteY3" fmla="*/ 1384103 h 5046560"/>
              <a:gd name="connsiteX4" fmla="*/ 1328530 w 8350191"/>
              <a:gd name="connsiteY4" fmla="*/ 689794 h 5046560"/>
              <a:gd name="connsiteX5" fmla="*/ 1718617 w 8350191"/>
              <a:gd name="connsiteY5" fmla="*/ 472905 h 5046560"/>
              <a:gd name="connsiteX6" fmla="*/ 3858854 w 8350191"/>
              <a:gd name="connsiteY6" fmla="*/ 256 h 5046560"/>
              <a:gd name="connsiteX7" fmla="*/ 5865155 w 8350191"/>
              <a:gd name="connsiteY7" fmla="*/ 453958 h 5046560"/>
              <a:gd name="connsiteX8" fmla="*/ 7538341 w 8350191"/>
              <a:gd name="connsiteY8" fmla="*/ 1647586 h 5046560"/>
              <a:gd name="connsiteX9" fmla="*/ 7975133 w 8350191"/>
              <a:gd name="connsiteY9" fmla="*/ 2141444 h 5046560"/>
              <a:gd name="connsiteX10" fmla="*/ 8292659 w 8350191"/>
              <a:gd name="connsiteY10" fmla="*/ 3652263 h 5046560"/>
              <a:gd name="connsiteX11" fmla="*/ 7625035 w 8350191"/>
              <a:gd name="connsiteY11" fmla="*/ 4625329 h 5046560"/>
              <a:gd name="connsiteX12" fmla="*/ 6305252 w 8350191"/>
              <a:gd name="connsiteY12" fmla="*/ 4840094 h 5046560"/>
              <a:gd name="connsiteX13" fmla="*/ 5884194 w 8350191"/>
              <a:gd name="connsiteY13" fmla="*/ 4635681 h 5046560"/>
              <a:gd name="connsiteX14" fmla="*/ 4918416 w 8350191"/>
              <a:gd name="connsiteY14" fmla="*/ 4320645 h 5046560"/>
              <a:gd name="connsiteX15" fmla="*/ 4022669 w 8350191"/>
              <a:gd name="connsiteY15" fmla="*/ 4430992 h 5046560"/>
              <a:gd name="connsiteX16" fmla="*/ 3303780 w 8350191"/>
              <a:gd name="connsiteY16" fmla="*/ 4694916 h 5046560"/>
              <a:gd name="connsiteX17" fmla="*/ 1002316 w 8350191"/>
              <a:gd name="connsiteY17" fmla="*/ 4867082 h 5046560"/>
              <a:gd name="connsiteX0" fmla="*/ 899450 w 8338765"/>
              <a:gd name="connsiteY0" fmla="*/ 4775642 h 5046560"/>
              <a:gd name="connsiteX1" fmla="*/ 0 w 8338765"/>
              <a:gd name="connsiteY1" fmla="*/ 2578945 h 5046560"/>
              <a:gd name="connsiteX2" fmla="*/ 499587 w 8338765"/>
              <a:gd name="connsiteY2" fmla="*/ 1384103 h 5046560"/>
              <a:gd name="connsiteX3" fmla="*/ 1317104 w 8338765"/>
              <a:gd name="connsiteY3" fmla="*/ 689794 h 5046560"/>
              <a:gd name="connsiteX4" fmla="*/ 1707191 w 8338765"/>
              <a:gd name="connsiteY4" fmla="*/ 472905 h 5046560"/>
              <a:gd name="connsiteX5" fmla="*/ 3847428 w 8338765"/>
              <a:gd name="connsiteY5" fmla="*/ 256 h 5046560"/>
              <a:gd name="connsiteX6" fmla="*/ 5853729 w 8338765"/>
              <a:gd name="connsiteY6" fmla="*/ 453958 h 5046560"/>
              <a:gd name="connsiteX7" fmla="*/ 7526915 w 8338765"/>
              <a:gd name="connsiteY7" fmla="*/ 1647586 h 5046560"/>
              <a:gd name="connsiteX8" fmla="*/ 7963707 w 8338765"/>
              <a:gd name="connsiteY8" fmla="*/ 2141444 h 5046560"/>
              <a:gd name="connsiteX9" fmla="*/ 8281233 w 8338765"/>
              <a:gd name="connsiteY9" fmla="*/ 3652263 h 5046560"/>
              <a:gd name="connsiteX10" fmla="*/ 7613609 w 8338765"/>
              <a:gd name="connsiteY10" fmla="*/ 4625329 h 5046560"/>
              <a:gd name="connsiteX11" fmla="*/ 6293826 w 8338765"/>
              <a:gd name="connsiteY11" fmla="*/ 4840094 h 5046560"/>
              <a:gd name="connsiteX12" fmla="*/ 5872768 w 8338765"/>
              <a:gd name="connsiteY12" fmla="*/ 4635681 h 5046560"/>
              <a:gd name="connsiteX13" fmla="*/ 4906990 w 8338765"/>
              <a:gd name="connsiteY13" fmla="*/ 4320645 h 5046560"/>
              <a:gd name="connsiteX14" fmla="*/ 4011243 w 8338765"/>
              <a:gd name="connsiteY14" fmla="*/ 4430992 h 5046560"/>
              <a:gd name="connsiteX15" fmla="*/ 3292354 w 8338765"/>
              <a:gd name="connsiteY15" fmla="*/ 4694916 h 5046560"/>
              <a:gd name="connsiteX16" fmla="*/ 990890 w 8338765"/>
              <a:gd name="connsiteY16" fmla="*/ 4867082 h 5046560"/>
              <a:gd name="connsiteX0" fmla="*/ 0 w 8338765"/>
              <a:gd name="connsiteY0" fmla="*/ 2578945 h 5046560"/>
              <a:gd name="connsiteX1" fmla="*/ 499587 w 8338765"/>
              <a:gd name="connsiteY1" fmla="*/ 1384103 h 5046560"/>
              <a:gd name="connsiteX2" fmla="*/ 1317104 w 8338765"/>
              <a:gd name="connsiteY2" fmla="*/ 689794 h 5046560"/>
              <a:gd name="connsiteX3" fmla="*/ 1707191 w 8338765"/>
              <a:gd name="connsiteY3" fmla="*/ 472905 h 5046560"/>
              <a:gd name="connsiteX4" fmla="*/ 3847428 w 8338765"/>
              <a:gd name="connsiteY4" fmla="*/ 256 h 5046560"/>
              <a:gd name="connsiteX5" fmla="*/ 5853729 w 8338765"/>
              <a:gd name="connsiteY5" fmla="*/ 453958 h 5046560"/>
              <a:gd name="connsiteX6" fmla="*/ 7526915 w 8338765"/>
              <a:gd name="connsiteY6" fmla="*/ 1647586 h 5046560"/>
              <a:gd name="connsiteX7" fmla="*/ 7963707 w 8338765"/>
              <a:gd name="connsiteY7" fmla="*/ 2141444 h 5046560"/>
              <a:gd name="connsiteX8" fmla="*/ 8281233 w 8338765"/>
              <a:gd name="connsiteY8" fmla="*/ 3652263 h 5046560"/>
              <a:gd name="connsiteX9" fmla="*/ 7613609 w 8338765"/>
              <a:gd name="connsiteY9" fmla="*/ 4625329 h 5046560"/>
              <a:gd name="connsiteX10" fmla="*/ 6293826 w 8338765"/>
              <a:gd name="connsiteY10" fmla="*/ 4840094 h 5046560"/>
              <a:gd name="connsiteX11" fmla="*/ 5872768 w 8338765"/>
              <a:gd name="connsiteY11" fmla="*/ 4635681 h 5046560"/>
              <a:gd name="connsiteX12" fmla="*/ 4906990 w 8338765"/>
              <a:gd name="connsiteY12" fmla="*/ 4320645 h 5046560"/>
              <a:gd name="connsiteX13" fmla="*/ 4011243 w 8338765"/>
              <a:gd name="connsiteY13" fmla="*/ 4430992 h 5046560"/>
              <a:gd name="connsiteX14" fmla="*/ 3292354 w 8338765"/>
              <a:gd name="connsiteY14" fmla="*/ 4694916 h 5046560"/>
              <a:gd name="connsiteX15" fmla="*/ 990890 w 8338765"/>
              <a:gd name="connsiteY15" fmla="*/ 4867082 h 5046560"/>
              <a:gd name="connsiteX0" fmla="*/ 0 w 7839178"/>
              <a:gd name="connsiteY0" fmla="*/ 1384103 h 5046560"/>
              <a:gd name="connsiteX1" fmla="*/ 817517 w 7839178"/>
              <a:gd name="connsiteY1" fmla="*/ 689794 h 5046560"/>
              <a:gd name="connsiteX2" fmla="*/ 1207604 w 7839178"/>
              <a:gd name="connsiteY2" fmla="*/ 472905 h 5046560"/>
              <a:gd name="connsiteX3" fmla="*/ 3347841 w 7839178"/>
              <a:gd name="connsiteY3" fmla="*/ 256 h 5046560"/>
              <a:gd name="connsiteX4" fmla="*/ 5354142 w 7839178"/>
              <a:gd name="connsiteY4" fmla="*/ 453958 h 5046560"/>
              <a:gd name="connsiteX5" fmla="*/ 7027328 w 7839178"/>
              <a:gd name="connsiteY5" fmla="*/ 1647586 h 5046560"/>
              <a:gd name="connsiteX6" fmla="*/ 7464120 w 7839178"/>
              <a:gd name="connsiteY6" fmla="*/ 2141444 h 5046560"/>
              <a:gd name="connsiteX7" fmla="*/ 7781646 w 7839178"/>
              <a:gd name="connsiteY7" fmla="*/ 3652263 h 5046560"/>
              <a:gd name="connsiteX8" fmla="*/ 7114022 w 7839178"/>
              <a:gd name="connsiteY8" fmla="*/ 4625329 h 5046560"/>
              <a:gd name="connsiteX9" fmla="*/ 5794239 w 7839178"/>
              <a:gd name="connsiteY9" fmla="*/ 4840094 h 5046560"/>
              <a:gd name="connsiteX10" fmla="*/ 5373181 w 7839178"/>
              <a:gd name="connsiteY10" fmla="*/ 4635681 h 5046560"/>
              <a:gd name="connsiteX11" fmla="*/ 4407403 w 7839178"/>
              <a:gd name="connsiteY11" fmla="*/ 4320645 h 5046560"/>
              <a:gd name="connsiteX12" fmla="*/ 3511656 w 7839178"/>
              <a:gd name="connsiteY12" fmla="*/ 4430992 h 5046560"/>
              <a:gd name="connsiteX13" fmla="*/ 2792767 w 7839178"/>
              <a:gd name="connsiteY13" fmla="*/ 4694916 h 5046560"/>
              <a:gd name="connsiteX14" fmla="*/ 491303 w 7839178"/>
              <a:gd name="connsiteY14" fmla="*/ 4867082 h 5046560"/>
              <a:gd name="connsiteX0" fmla="*/ 326214 w 7347875"/>
              <a:gd name="connsiteY0" fmla="*/ 689794 h 5046560"/>
              <a:gd name="connsiteX1" fmla="*/ 716301 w 7347875"/>
              <a:gd name="connsiteY1" fmla="*/ 472905 h 5046560"/>
              <a:gd name="connsiteX2" fmla="*/ 2856538 w 7347875"/>
              <a:gd name="connsiteY2" fmla="*/ 256 h 5046560"/>
              <a:gd name="connsiteX3" fmla="*/ 4862839 w 7347875"/>
              <a:gd name="connsiteY3" fmla="*/ 453958 h 5046560"/>
              <a:gd name="connsiteX4" fmla="*/ 6536025 w 7347875"/>
              <a:gd name="connsiteY4" fmla="*/ 1647586 h 5046560"/>
              <a:gd name="connsiteX5" fmla="*/ 6972817 w 7347875"/>
              <a:gd name="connsiteY5" fmla="*/ 2141444 h 5046560"/>
              <a:gd name="connsiteX6" fmla="*/ 7290343 w 7347875"/>
              <a:gd name="connsiteY6" fmla="*/ 3652263 h 5046560"/>
              <a:gd name="connsiteX7" fmla="*/ 6622719 w 7347875"/>
              <a:gd name="connsiteY7" fmla="*/ 4625329 h 5046560"/>
              <a:gd name="connsiteX8" fmla="*/ 5302936 w 7347875"/>
              <a:gd name="connsiteY8" fmla="*/ 4840094 h 5046560"/>
              <a:gd name="connsiteX9" fmla="*/ 4881878 w 7347875"/>
              <a:gd name="connsiteY9" fmla="*/ 4635681 h 5046560"/>
              <a:gd name="connsiteX10" fmla="*/ 3916100 w 7347875"/>
              <a:gd name="connsiteY10" fmla="*/ 4320645 h 5046560"/>
              <a:gd name="connsiteX11" fmla="*/ 3020353 w 7347875"/>
              <a:gd name="connsiteY11" fmla="*/ 4430992 h 5046560"/>
              <a:gd name="connsiteX12" fmla="*/ 2301464 w 7347875"/>
              <a:gd name="connsiteY12" fmla="*/ 4694916 h 5046560"/>
              <a:gd name="connsiteX13" fmla="*/ 0 w 7347875"/>
              <a:gd name="connsiteY13" fmla="*/ 4867082 h 5046560"/>
              <a:gd name="connsiteX0" fmla="*/ 716301 w 7347875"/>
              <a:gd name="connsiteY0" fmla="*/ 472905 h 5046560"/>
              <a:gd name="connsiteX1" fmla="*/ 2856538 w 7347875"/>
              <a:gd name="connsiteY1" fmla="*/ 256 h 5046560"/>
              <a:gd name="connsiteX2" fmla="*/ 4862839 w 7347875"/>
              <a:gd name="connsiteY2" fmla="*/ 453958 h 5046560"/>
              <a:gd name="connsiteX3" fmla="*/ 6536025 w 7347875"/>
              <a:gd name="connsiteY3" fmla="*/ 1647586 h 5046560"/>
              <a:gd name="connsiteX4" fmla="*/ 6972817 w 7347875"/>
              <a:gd name="connsiteY4" fmla="*/ 2141444 h 5046560"/>
              <a:gd name="connsiteX5" fmla="*/ 7290343 w 7347875"/>
              <a:gd name="connsiteY5" fmla="*/ 3652263 h 5046560"/>
              <a:gd name="connsiteX6" fmla="*/ 6622719 w 7347875"/>
              <a:gd name="connsiteY6" fmla="*/ 4625329 h 5046560"/>
              <a:gd name="connsiteX7" fmla="*/ 5302936 w 7347875"/>
              <a:gd name="connsiteY7" fmla="*/ 4840094 h 5046560"/>
              <a:gd name="connsiteX8" fmla="*/ 4881878 w 7347875"/>
              <a:gd name="connsiteY8" fmla="*/ 4635681 h 5046560"/>
              <a:gd name="connsiteX9" fmla="*/ 3916100 w 7347875"/>
              <a:gd name="connsiteY9" fmla="*/ 4320645 h 5046560"/>
              <a:gd name="connsiteX10" fmla="*/ 3020353 w 7347875"/>
              <a:gd name="connsiteY10" fmla="*/ 4430992 h 5046560"/>
              <a:gd name="connsiteX11" fmla="*/ 2301464 w 7347875"/>
              <a:gd name="connsiteY11" fmla="*/ 4694916 h 5046560"/>
              <a:gd name="connsiteX12" fmla="*/ 0 w 7347875"/>
              <a:gd name="connsiteY12" fmla="*/ 4867082 h 5046560"/>
              <a:gd name="connsiteX0" fmla="*/ 2856538 w 7347875"/>
              <a:gd name="connsiteY0" fmla="*/ 0 h 5046304"/>
              <a:gd name="connsiteX1" fmla="*/ 4862839 w 7347875"/>
              <a:gd name="connsiteY1" fmla="*/ 453702 h 5046304"/>
              <a:gd name="connsiteX2" fmla="*/ 6536025 w 7347875"/>
              <a:gd name="connsiteY2" fmla="*/ 1647330 h 5046304"/>
              <a:gd name="connsiteX3" fmla="*/ 6972817 w 7347875"/>
              <a:gd name="connsiteY3" fmla="*/ 2141188 h 5046304"/>
              <a:gd name="connsiteX4" fmla="*/ 7290343 w 7347875"/>
              <a:gd name="connsiteY4" fmla="*/ 3652007 h 5046304"/>
              <a:gd name="connsiteX5" fmla="*/ 6622719 w 7347875"/>
              <a:gd name="connsiteY5" fmla="*/ 4625073 h 5046304"/>
              <a:gd name="connsiteX6" fmla="*/ 5302936 w 7347875"/>
              <a:gd name="connsiteY6" fmla="*/ 4839838 h 5046304"/>
              <a:gd name="connsiteX7" fmla="*/ 4881878 w 7347875"/>
              <a:gd name="connsiteY7" fmla="*/ 4635425 h 5046304"/>
              <a:gd name="connsiteX8" fmla="*/ 3916100 w 7347875"/>
              <a:gd name="connsiteY8" fmla="*/ 4320389 h 5046304"/>
              <a:gd name="connsiteX9" fmla="*/ 3020353 w 7347875"/>
              <a:gd name="connsiteY9" fmla="*/ 4430736 h 5046304"/>
              <a:gd name="connsiteX10" fmla="*/ 2301464 w 7347875"/>
              <a:gd name="connsiteY10" fmla="*/ 4694660 h 5046304"/>
              <a:gd name="connsiteX11" fmla="*/ 0 w 7347875"/>
              <a:gd name="connsiteY11" fmla="*/ 4866826 h 5046304"/>
              <a:gd name="connsiteX0" fmla="*/ 4862839 w 7347875"/>
              <a:gd name="connsiteY0" fmla="*/ 0 h 4592602"/>
              <a:gd name="connsiteX1" fmla="*/ 6536025 w 7347875"/>
              <a:gd name="connsiteY1" fmla="*/ 1193628 h 4592602"/>
              <a:gd name="connsiteX2" fmla="*/ 6972817 w 7347875"/>
              <a:gd name="connsiteY2" fmla="*/ 1687486 h 4592602"/>
              <a:gd name="connsiteX3" fmla="*/ 7290343 w 7347875"/>
              <a:gd name="connsiteY3" fmla="*/ 3198305 h 4592602"/>
              <a:gd name="connsiteX4" fmla="*/ 6622719 w 7347875"/>
              <a:gd name="connsiteY4" fmla="*/ 4171371 h 4592602"/>
              <a:gd name="connsiteX5" fmla="*/ 5302936 w 7347875"/>
              <a:gd name="connsiteY5" fmla="*/ 4386136 h 4592602"/>
              <a:gd name="connsiteX6" fmla="*/ 4881878 w 7347875"/>
              <a:gd name="connsiteY6" fmla="*/ 4181723 h 4592602"/>
              <a:gd name="connsiteX7" fmla="*/ 3916100 w 7347875"/>
              <a:gd name="connsiteY7" fmla="*/ 3866687 h 4592602"/>
              <a:gd name="connsiteX8" fmla="*/ 3020353 w 7347875"/>
              <a:gd name="connsiteY8" fmla="*/ 3977034 h 4592602"/>
              <a:gd name="connsiteX9" fmla="*/ 2301464 w 7347875"/>
              <a:gd name="connsiteY9" fmla="*/ 4240958 h 4592602"/>
              <a:gd name="connsiteX10" fmla="*/ 0 w 7347875"/>
              <a:gd name="connsiteY10" fmla="*/ 4413124 h 4592602"/>
              <a:gd name="connsiteX0" fmla="*/ 6536025 w 7347875"/>
              <a:gd name="connsiteY0" fmla="*/ 0 h 3398974"/>
              <a:gd name="connsiteX1" fmla="*/ 6972817 w 7347875"/>
              <a:gd name="connsiteY1" fmla="*/ 493858 h 3398974"/>
              <a:gd name="connsiteX2" fmla="*/ 7290343 w 7347875"/>
              <a:gd name="connsiteY2" fmla="*/ 2004677 h 3398974"/>
              <a:gd name="connsiteX3" fmla="*/ 6622719 w 7347875"/>
              <a:gd name="connsiteY3" fmla="*/ 2977743 h 3398974"/>
              <a:gd name="connsiteX4" fmla="*/ 5302936 w 7347875"/>
              <a:gd name="connsiteY4" fmla="*/ 3192508 h 3398974"/>
              <a:gd name="connsiteX5" fmla="*/ 4881878 w 7347875"/>
              <a:gd name="connsiteY5" fmla="*/ 2988095 h 3398974"/>
              <a:gd name="connsiteX6" fmla="*/ 3916100 w 7347875"/>
              <a:gd name="connsiteY6" fmla="*/ 2673059 h 3398974"/>
              <a:gd name="connsiteX7" fmla="*/ 3020353 w 7347875"/>
              <a:gd name="connsiteY7" fmla="*/ 2783406 h 3398974"/>
              <a:gd name="connsiteX8" fmla="*/ 2301464 w 7347875"/>
              <a:gd name="connsiteY8" fmla="*/ 3047330 h 3398974"/>
              <a:gd name="connsiteX9" fmla="*/ 0 w 7347875"/>
              <a:gd name="connsiteY9" fmla="*/ 3219496 h 3398974"/>
              <a:gd name="connsiteX0" fmla="*/ 6972817 w 7347875"/>
              <a:gd name="connsiteY0" fmla="*/ 0 h 2905116"/>
              <a:gd name="connsiteX1" fmla="*/ 7290343 w 7347875"/>
              <a:gd name="connsiteY1" fmla="*/ 1510819 h 2905116"/>
              <a:gd name="connsiteX2" fmla="*/ 6622719 w 7347875"/>
              <a:gd name="connsiteY2" fmla="*/ 2483885 h 2905116"/>
              <a:gd name="connsiteX3" fmla="*/ 5302936 w 7347875"/>
              <a:gd name="connsiteY3" fmla="*/ 2698650 h 2905116"/>
              <a:gd name="connsiteX4" fmla="*/ 4881878 w 7347875"/>
              <a:gd name="connsiteY4" fmla="*/ 2494237 h 2905116"/>
              <a:gd name="connsiteX5" fmla="*/ 3916100 w 7347875"/>
              <a:gd name="connsiteY5" fmla="*/ 2179201 h 2905116"/>
              <a:gd name="connsiteX6" fmla="*/ 3020353 w 7347875"/>
              <a:gd name="connsiteY6" fmla="*/ 2289548 h 2905116"/>
              <a:gd name="connsiteX7" fmla="*/ 2301464 w 7347875"/>
              <a:gd name="connsiteY7" fmla="*/ 2553472 h 2905116"/>
              <a:gd name="connsiteX8" fmla="*/ 0 w 7347875"/>
              <a:gd name="connsiteY8" fmla="*/ 2725638 h 2905116"/>
              <a:gd name="connsiteX0" fmla="*/ 7290343 w 7290343"/>
              <a:gd name="connsiteY0" fmla="*/ 0 h 1394297"/>
              <a:gd name="connsiteX1" fmla="*/ 6622719 w 7290343"/>
              <a:gd name="connsiteY1" fmla="*/ 973066 h 1394297"/>
              <a:gd name="connsiteX2" fmla="*/ 5302936 w 7290343"/>
              <a:gd name="connsiteY2" fmla="*/ 1187831 h 1394297"/>
              <a:gd name="connsiteX3" fmla="*/ 4881878 w 7290343"/>
              <a:gd name="connsiteY3" fmla="*/ 983418 h 1394297"/>
              <a:gd name="connsiteX4" fmla="*/ 3916100 w 7290343"/>
              <a:gd name="connsiteY4" fmla="*/ 668382 h 1394297"/>
              <a:gd name="connsiteX5" fmla="*/ 3020353 w 7290343"/>
              <a:gd name="connsiteY5" fmla="*/ 778729 h 1394297"/>
              <a:gd name="connsiteX6" fmla="*/ 2301464 w 7290343"/>
              <a:gd name="connsiteY6" fmla="*/ 1042653 h 1394297"/>
              <a:gd name="connsiteX7" fmla="*/ 0 w 7290343"/>
              <a:gd name="connsiteY7" fmla="*/ 1214819 h 1394297"/>
              <a:gd name="connsiteX0" fmla="*/ 6622719 w 6622719"/>
              <a:gd name="connsiteY0" fmla="*/ 311933 h 733164"/>
              <a:gd name="connsiteX1" fmla="*/ 5302936 w 6622719"/>
              <a:gd name="connsiteY1" fmla="*/ 526698 h 733164"/>
              <a:gd name="connsiteX2" fmla="*/ 4881878 w 6622719"/>
              <a:gd name="connsiteY2" fmla="*/ 322285 h 733164"/>
              <a:gd name="connsiteX3" fmla="*/ 3916100 w 6622719"/>
              <a:gd name="connsiteY3" fmla="*/ 7249 h 733164"/>
              <a:gd name="connsiteX4" fmla="*/ 3020353 w 6622719"/>
              <a:gd name="connsiteY4" fmla="*/ 117596 h 733164"/>
              <a:gd name="connsiteX5" fmla="*/ 2301464 w 6622719"/>
              <a:gd name="connsiteY5" fmla="*/ 381520 h 733164"/>
              <a:gd name="connsiteX6" fmla="*/ 0 w 6622719"/>
              <a:gd name="connsiteY6" fmla="*/ 553686 h 73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1" name="Freeform: Shape 40">
            <a:extLst>
              <a:ext uri="{FF2B5EF4-FFF2-40B4-BE49-F238E27FC236}">
                <a16:creationId xmlns:a16="http://schemas.microsoft.com/office/drawing/2014/main" id="{C221B520-0D64-3EC9-FF97-743F0B028BFA}"/>
              </a:ext>
            </a:extLst>
          </p:cNvPr>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18" fmla="*/ 7708527 w 8339975"/>
              <a:gd name="connsiteY18" fmla="*/ 4719037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0" fmla="*/ 7614819 w 7964917"/>
              <a:gd name="connsiteY0" fmla="*/ 4625329 h 5016456"/>
              <a:gd name="connsiteX1" fmla="*/ 6295036 w 7964917"/>
              <a:gd name="connsiteY1" fmla="*/ 4840094 h 5016456"/>
              <a:gd name="connsiteX2" fmla="*/ 5873978 w 7964917"/>
              <a:gd name="connsiteY2" fmla="*/ 4635681 h 5016456"/>
              <a:gd name="connsiteX3" fmla="*/ 4908200 w 7964917"/>
              <a:gd name="connsiteY3" fmla="*/ 4320645 h 5016456"/>
              <a:gd name="connsiteX4" fmla="*/ 4012453 w 7964917"/>
              <a:gd name="connsiteY4" fmla="*/ 4430992 h 5016456"/>
              <a:gd name="connsiteX5" fmla="*/ 3293564 w 7964917"/>
              <a:gd name="connsiteY5" fmla="*/ 4694916 h 5016456"/>
              <a:gd name="connsiteX6" fmla="*/ 900660 w 7964917"/>
              <a:gd name="connsiteY6" fmla="*/ 4775642 h 5016456"/>
              <a:gd name="connsiteX7" fmla="*/ 464143 w 7964917"/>
              <a:gd name="connsiteY7" fmla="*/ 4374943 h 5016456"/>
              <a:gd name="connsiteX8" fmla="*/ 100508 w 7964917"/>
              <a:gd name="connsiteY8" fmla="*/ 3580002 h 5016456"/>
              <a:gd name="connsiteX9" fmla="*/ 1210 w 7964917"/>
              <a:gd name="connsiteY9" fmla="*/ 2578945 h 5016456"/>
              <a:gd name="connsiteX10" fmla="*/ 500797 w 7964917"/>
              <a:gd name="connsiteY10" fmla="*/ 1384103 h 5016456"/>
              <a:gd name="connsiteX11" fmla="*/ 1318314 w 7964917"/>
              <a:gd name="connsiteY11" fmla="*/ 689794 h 5016456"/>
              <a:gd name="connsiteX12" fmla="*/ 1708401 w 7964917"/>
              <a:gd name="connsiteY12" fmla="*/ 472905 h 5016456"/>
              <a:gd name="connsiteX13" fmla="*/ 3848638 w 7964917"/>
              <a:gd name="connsiteY13" fmla="*/ 256 h 5016456"/>
              <a:gd name="connsiteX14" fmla="*/ 5854939 w 7964917"/>
              <a:gd name="connsiteY14" fmla="*/ 453958 h 5016456"/>
              <a:gd name="connsiteX15" fmla="*/ 7528125 w 7964917"/>
              <a:gd name="connsiteY15" fmla="*/ 1647586 h 5016456"/>
              <a:gd name="connsiteX16" fmla="*/ 7964917 w 7964917"/>
              <a:gd name="connsiteY16" fmla="*/ 2141444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15" fmla="*/ 7528125 w 7614819"/>
              <a:gd name="connsiteY15" fmla="*/ 1647586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0" fmla="*/ 7614819 w 7614819"/>
              <a:gd name="connsiteY0" fmla="*/ 4152424 h 4543551"/>
              <a:gd name="connsiteX1" fmla="*/ 6295036 w 7614819"/>
              <a:gd name="connsiteY1" fmla="*/ 4367189 h 4543551"/>
              <a:gd name="connsiteX2" fmla="*/ 5873978 w 7614819"/>
              <a:gd name="connsiteY2" fmla="*/ 4162776 h 4543551"/>
              <a:gd name="connsiteX3" fmla="*/ 4908200 w 7614819"/>
              <a:gd name="connsiteY3" fmla="*/ 3847740 h 4543551"/>
              <a:gd name="connsiteX4" fmla="*/ 4012453 w 7614819"/>
              <a:gd name="connsiteY4" fmla="*/ 3958087 h 4543551"/>
              <a:gd name="connsiteX5" fmla="*/ 3293564 w 7614819"/>
              <a:gd name="connsiteY5" fmla="*/ 4222011 h 4543551"/>
              <a:gd name="connsiteX6" fmla="*/ 900660 w 7614819"/>
              <a:gd name="connsiteY6" fmla="*/ 4302737 h 4543551"/>
              <a:gd name="connsiteX7" fmla="*/ 464143 w 7614819"/>
              <a:gd name="connsiteY7" fmla="*/ 3902038 h 4543551"/>
              <a:gd name="connsiteX8" fmla="*/ 100508 w 7614819"/>
              <a:gd name="connsiteY8" fmla="*/ 3107097 h 4543551"/>
              <a:gd name="connsiteX9" fmla="*/ 1210 w 7614819"/>
              <a:gd name="connsiteY9" fmla="*/ 2106040 h 4543551"/>
              <a:gd name="connsiteX10" fmla="*/ 500797 w 7614819"/>
              <a:gd name="connsiteY10" fmla="*/ 911198 h 4543551"/>
              <a:gd name="connsiteX11" fmla="*/ 1318314 w 7614819"/>
              <a:gd name="connsiteY11" fmla="*/ 216889 h 4543551"/>
              <a:gd name="connsiteX12" fmla="*/ 1708401 w 7614819"/>
              <a:gd name="connsiteY12" fmla="*/ 0 h 4543551"/>
              <a:gd name="connsiteX0" fmla="*/ 7614819 w 7614819"/>
              <a:gd name="connsiteY0" fmla="*/ 3935535 h 4326662"/>
              <a:gd name="connsiteX1" fmla="*/ 6295036 w 7614819"/>
              <a:gd name="connsiteY1" fmla="*/ 4150300 h 4326662"/>
              <a:gd name="connsiteX2" fmla="*/ 5873978 w 7614819"/>
              <a:gd name="connsiteY2" fmla="*/ 3945887 h 4326662"/>
              <a:gd name="connsiteX3" fmla="*/ 4908200 w 7614819"/>
              <a:gd name="connsiteY3" fmla="*/ 3630851 h 4326662"/>
              <a:gd name="connsiteX4" fmla="*/ 4012453 w 7614819"/>
              <a:gd name="connsiteY4" fmla="*/ 3741198 h 4326662"/>
              <a:gd name="connsiteX5" fmla="*/ 3293564 w 7614819"/>
              <a:gd name="connsiteY5" fmla="*/ 4005122 h 4326662"/>
              <a:gd name="connsiteX6" fmla="*/ 900660 w 7614819"/>
              <a:gd name="connsiteY6" fmla="*/ 4085848 h 4326662"/>
              <a:gd name="connsiteX7" fmla="*/ 464143 w 7614819"/>
              <a:gd name="connsiteY7" fmla="*/ 3685149 h 4326662"/>
              <a:gd name="connsiteX8" fmla="*/ 100508 w 7614819"/>
              <a:gd name="connsiteY8" fmla="*/ 2890208 h 4326662"/>
              <a:gd name="connsiteX9" fmla="*/ 1210 w 7614819"/>
              <a:gd name="connsiteY9" fmla="*/ 1889151 h 4326662"/>
              <a:gd name="connsiteX10" fmla="*/ 500797 w 7614819"/>
              <a:gd name="connsiteY10" fmla="*/ 694309 h 4326662"/>
              <a:gd name="connsiteX11" fmla="*/ 1318314 w 7614819"/>
              <a:gd name="connsiteY11" fmla="*/ 0 h 4326662"/>
              <a:gd name="connsiteX0" fmla="*/ 7614819 w 7614819"/>
              <a:gd name="connsiteY0" fmla="*/ 3241226 h 3632353"/>
              <a:gd name="connsiteX1" fmla="*/ 6295036 w 7614819"/>
              <a:gd name="connsiteY1" fmla="*/ 3455991 h 3632353"/>
              <a:gd name="connsiteX2" fmla="*/ 5873978 w 7614819"/>
              <a:gd name="connsiteY2" fmla="*/ 3251578 h 3632353"/>
              <a:gd name="connsiteX3" fmla="*/ 4908200 w 7614819"/>
              <a:gd name="connsiteY3" fmla="*/ 2936542 h 3632353"/>
              <a:gd name="connsiteX4" fmla="*/ 4012453 w 7614819"/>
              <a:gd name="connsiteY4" fmla="*/ 3046889 h 3632353"/>
              <a:gd name="connsiteX5" fmla="*/ 3293564 w 7614819"/>
              <a:gd name="connsiteY5" fmla="*/ 3310813 h 3632353"/>
              <a:gd name="connsiteX6" fmla="*/ 900660 w 7614819"/>
              <a:gd name="connsiteY6" fmla="*/ 3391539 h 3632353"/>
              <a:gd name="connsiteX7" fmla="*/ 464143 w 7614819"/>
              <a:gd name="connsiteY7" fmla="*/ 2990840 h 3632353"/>
              <a:gd name="connsiteX8" fmla="*/ 100508 w 7614819"/>
              <a:gd name="connsiteY8" fmla="*/ 2195899 h 3632353"/>
              <a:gd name="connsiteX9" fmla="*/ 1210 w 7614819"/>
              <a:gd name="connsiteY9" fmla="*/ 1194842 h 3632353"/>
              <a:gd name="connsiteX10" fmla="*/ 500797 w 7614819"/>
              <a:gd name="connsiteY10" fmla="*/ 0 h 3632353"/>
              <a:gd name="connsiteX0" fmla="*/ 7614819 w 7614819"/>
              <a:gd name="connsiteY0" fmla="*/ 2046384 h 2437511"/>
              <a:gd name="connsiteX1" fmla="*/ 6295036 w 7614819"/>
              <a:gd name="connsiteY1" fmla="*/ 2261149 h 2437511"/>
              <a:gd name="connsiteX2" fmla="*/ 5873978 w 7614819"/>
              <a:gd name="connsiteY2" fmla="*/ 2056736 h 2437511"/>
              <a:gd name="connsiteX3" fmla="*/ 4908200 w 7614819"/>
              <a:gd name="connsiteY3" fmla="*/ 1741700 h 2437511"/>
              <a:gd name="connsiteX4" fmla="*/ 4012453 w 7614819"/>
              <a:gd name="connsiteY4" fmla="*/ 1852047 h 2437511"/>
              <a:gd name="connsiteX5" fmla="*/ 3293564 w 7614819"/>
              <a:gd name="connsiteY5" fmla="*/ 2115971 h 2437511"/>
              <a:gd name="connsiteX6" fmla="*/ 900660 w 7614819"/>
              <a:gd name="connsiteY6" fmla="*/ 2196697 h 2437511"/>
              <a:gd name="connsiteX7" fmla="*/ 464143 w 7614819"/>
              <a:gd name="connsiteY7" fmla="*/ 1795998 h 2437511"/>
              <a:gd name="connsiteX8" fmla="*/ 100508 w 7614819"/>
              <a:gd name="connsiteY8" fmla="*/ 1001057 h 2437511"/>
              <a:gd name="connsiteX9" fmla="*/ 1210 w 7614819"/>
              <a:gd name="connsiteY9" fmla="*/ 0 h 2437511"/>
              <a:gd name="connsiteX0" fmla="*/ 7514311 w 7514311"/>
              <a:gd name="connsiteY0" fmla="*/ 1045327 h 1436454"/>
              <a:gd name="connsiteX1" fmla="*/ 6194528 w 7514311"/>
              <a:gd name="connsiteY1" fmla="*/ 1260092 h 1436454"/>
              <a:gd name="connsiteX2" fmla="*/ 5773470 w 7514311"/>
              <a:gd name="connsiteY2" fmla="*/ 1055679 h 1436454"/>
              <a:gd name="connsiteX3" fmla="*/ 4807692 w 7514311"/>
              <a:gd name="connsiteY3" fmla="*/ 740643 h 1436454"/>
              <a:gd name="connsiteX4" fmla="*/ 3911945 w 7514311"/>
              <a:gd name="connsiteY4" fmla="*/ 850990 h 1436454"/>
              <a:gd name="connsiteX5" fmla="*/ 3193056 w 7514311"/>
              <a:gd name="connsiteY5" fmla="*/ 1114914 h 1436454"/>
              <a:gd name="connsiteX6" fmla="*/ 800152 w 7514311"/>
              <a:gd name="connsiteY6" fmla="*/ 1195640 h 1436454"/>
              <a:gd name="connsiteX7" fmla="*/ 363635 w 7514311"/>
              <a:gd name="connsiteY7" fmla="*/ 794941 h 1436454"/>
              <a:gd name="connsiteX8" fmla="*/ 0 w 7514311"/>
              <a:gd name="connsiteY8" fmla="*/ 0 h 1436454"/>
              <a:gd name="connsiteX0" fmla="*/ 7150676 w 7150676"/>
              <a:gd name="connsiteY0" fmla="*/ 311933 h 703060"/>
              <a:gd name="connsiteX1" fmla="*/ 5830893 w 7150676"/>
              <a:gd name="connsiteY1" fmla="*/ 526698 h 703060"/>
              <a:gd name="connsiteX2" fmla="*/ 5409835 w 7150676"/>
              <a:gd name="connsiteY2" fmla="*/ 322285 h 703060"/>
              <a:gd name="connsiteX3" fmla="*/ 4444057 w 7150676"/>
              <a:gd name="connsiteY3" fmla="*/ 7249 h 703060"/>
              <a:gd name="connsiteX4" fmla="*/ 3548310 w 7150676"/>
              <a:gd name="connsiteY4" fmla="*/ 117596 h 703060"/>
              <a:gd name="connsiteX5" fmla="*/ 2829421 w 7150676"/>
              <a:gd name="connsiteY5" fmla="*/ 381520 h 703060"/>
              <a:gd name="connsiteX6" fmla="*/ 436517 w 7150676"/>
              <a:gd name="connsiteY6" fmla="*/ 462246 h 703060"/>
              <a:gd name="connsiteX7" fmla="*/ 0 w 7150676"/>
              <a:gd name="connsiteY7" fmla="*/ 61547 h 703060"/>
              <a:gd name="connsiteX0" fmla="*/ 6714159 w 6714159"/>
              <a:gd name="connsiteY0" fmla="*/ 311933 h 703060"/>
              <a:gd name="connsiteX1" fmla="*/ 5394376 w 6714159"/>
              <a:gd name="connsiteY1" fmla="*/ 526698 h 703060"/>
              <a:gd name="connsiteX2" fmla="*/ 4973318 w 6714159"/>
              <a:gd name="connsiteY2" fmla="*/ 322285 h 703060"/>
              <a:gd name="connsiteX3" fmla="*/ 4007540 w 6714159"/>
              <a:gd name="connsiteY3" fmla="*/ 7249 h 703060"/>
              <a:gd name="connsiteX4" fmla="*/ 3111793 w 6714159"/>
              <a:gd name="connsiteY4" fmla="*/ 117596 h 703060"/>
              <a:gd name="connsiteX5" fmla="*/ 2392904 w 6714159"/>
              <a:gd name="connsiteY5" fmla="*/ 381520 h 703060"/>
              <a:gd name="connsiteX6" fmla="*/ 0 w 6714159"/>
              <a:gd name="connsiteY6" fmla="*/ 462246 h 703060"/>
              <a:gd name="connsiteX0" fmla="*/ 5394376 w 5394376"/>
              <a:gd name="connsiteY0" fmla="*/ 526698 h 703060"/>
              <a:gd name="connsiteX1" fmla="*/ 4973318 w 5394376"/>
              <a:gd name="connsiteY1" fmla="*/ 322285 h 703060"/>
              <a:gd name="connsiteX2" fmla="*/ 4007540 w 5394376"/>
              <a:gd name="connsiteY2" fmla="*/ 7249 h 703060"/>
              <a:gd name="connsiteX3" fmla="*/ 3111793 w 5394376"/>
              <a:gd name="connsiteY3" fmla="*/ 117596 h 703060"/>
              <a:gd name="connsiteX4" fmla="*/ 2392904 w 5394376"/>
              <a:gd name="connsiteY4" fmla="*/ 381520 h 703060"/>
              <a:gd name="connsiteX5" fmla="*/ 0 w 5394376"/>
              <a:gd name="connsiteY5" fmla="*/ 462246 h 70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1" name="Text Placeholder 30">
            <a:extLst>
              <a:ext uri="{FF2B5EF4-FFF2-40B4-BE49-F238E27FC236}">
                <a16:creationId xmlns:a16="http://schemas.microsoft.com/office/drawing/2014/main" id="{F1D825FB-1257-A0AE-52A1-4542047D6730}"/>
              </a:ext>
            </a:extLst>
          </p:cNvPr>
          <p:cNvSpPr>
            <a:spLocks noGrp="1"/>
          </p:cNvSpPr>
          <p:nvPr>
            <p:ph type="body" sz="quarter" idx="15"/>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GB"/>
              <a:t>Click to edit Master text styles</a:t>
            </a:r>
          </a:p>
          <a:p>
            <a:pPr lvl="1"/>
            <a:r>
              <a:rPr lang="en-GB"/>
              <a:t>Second level</a:t>
            </a:r>
          </a:p>
        </p:txBody>
      </p:sp>
      <p:sp>
        <p:nvSpPr>
          <p:cNvPr id="29" name="Text Placeholder 28">
            <a:extLst>
              <a:ext uri="{FF2B5EF4-FFF2-40B4-BE49-F238E27FC236}">
                <a16:creationId xmlns:a16="http://schemas.microsoft.com/office/drawing/2014/main" id="{D4FA3C64-C054-2952-4BDF-E6ECA3289E46}"/>
              </a:ext>
            </a:extLst>
          </p:cNvPr>
          <p:cNvSpPr>
            <a:spLocks noGrp="1"/>
          </p:cNvSpPr>
          <p:nvPr>
            <p:ph type="body" sz="quarter" idx="13"/>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GB"/>
              <a:t>Click to edit Master text styles</a:t>
            </a:r>
          </a:p>
          <a:p>
            <a:pPr lvl="1"/>
            <a:r>
              <a:rPr lang="en-GB"/>
              <a:t>Second level</a:t>
            </a:r>
          </a:p>
        </p:txBody>
      </p:sp>
      <p:sp>
        <p:nvSpPr>
          <p:cNvPr id="30" name="Text Placeholder 29">
            <a:extLst>
              <a:ext uri="{FF2B5EF4-FFF2-40B4-BE49-F238E27FC236}">
                <a16:creationId xmlns:a16="http://schemas.microsoft.com/office/drawing/2014/main" id="{42FA87C5-37AE-BC94-DAF3-491F43AB1F03}"/>
              </a:ext>
            </a:extLst>
          </p:cNvPr>
          <p:cNvSpPr>
            <a:spLocks noGrp="1"/>
          </p:cNvSpPr>
          <p:nvPr>
            <p:ph type="body" sz="quarter" idx="14"/>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GB"/>
              <a:t>Click to edit Master text styles</a:t>
            </a:r>
          </a:p>
          <a:p>
            <a:pPr lvl="1"/>
            <a:r>
              <a:rPr lang="en-GB"/>
              <a:t>Second level</a:t>
            </a:r>
          </a:p>
        </p:txBody>
      </p:sp>
      <p:sp>
        <p:nvSpPr>
          <p:cNvPr id="32" name="Text Placeholder 31">
            <a:extLst>
              <a:ext uri="{FF2B5EF4-FFF2-40B4-BE49-F238E27FC236}">
                <a16:creationId xmlns:a16="http://schemas.microsoft.com/office/drawing/2014/main" id="{FCBE7C00-A095-64CA-20DE-604F2CC1BAE6}"/>
              </a:ext>
            </a:extLst>
          </p:cNvPr>
          <p:cNvSpPr>
            <a:spLocks noGrp="1"/>
          </p:cNvSpPr>
          <p:nvPr>
            <p:ph type="body" sz="quarter" idx="16"/>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GB"/>
              <a:t>Click to edit Master text styles</a:t>
            </a:r>
          </a:p>
          <a:p>
            <a:pPr lvl="1"/>
            <a:r>
              <a:rPr lang="en-GB"/>
              <a:t>Second level</a:t>
            </a:r>
          </a:p>
        </p:txBody>
      </p:sp>
      <p:sp>
        <p:nvSpPr>
          <p:cNvPr id="33" name="Text Placeholder 32">
            <a:extLst>
              <a:ext uri="{FF2B5EF4-FFF2-40B4-BE49-F238E27FC236}">
                <a16:creationId xmlns:a16="http://schemas.microsoft.com/office/drawing/2014/main" id="{DEA3A222-978C-86F9-2C65-2F702D50C43B}"/>
              </a:ext>
            </a:extLst>
          </p:cNvPr>
          <p:cNvSpPr>
            <a:spLocks noGrp="1"/>
          </p:cNvSpPr>
          <p:nvPr>
            <p:ph type="body" sz="quarter" idx="17"/>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GB"/>
              <a:t>Click to edit Master text styles</a:t>
            </a:r>
          </a:p>
          <a:p>
            <a:pPr lvl="1"/>
            <a:r>
              <a:rPr lang="en-GB"/>
              <a:t>Second level</a:t>
            </a:r>
          </a:p>
        </p:txBody>
      </p:sp>
      <p:sp>
        <p:nvSpPr>
          <p:cNvPr id="52" name="Title 1">
            <a:extLst>
              <a:ext uri="{FF2B5EF4-FFF2-40B4-BE49-F238E27FC236}">
                <a16:creationId xmlns:a16="http://schemas.microsoft.com/office/drawing/2014/main" id="{66B7EB82-B226-DC7B-4629-981CFB7D6089}"/>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Tree>
    <p:extLst>
      <p:ext uri="{BB962C8B-B14F-4D97-AF65-F5344CB8AC3E}">
        <p14:creationId xmlns:p14="http://schemas.microsoft.com/office/powerpoint/2010/main" val="3021782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292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ree Column">
    <p:bg>
      <p:bgPr>
        <a:solidFill>
          <a:schemeClr val="bg2"/>
        </a:solidFill>
        <a:effectLst/>
      </p:bgPr>
    </p:bg>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8828D144-1FB6-D637-B87C-40F583744264}"/>
              </a:ext>
            </a:extLst>
          </p:cNvPr>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E0C9BA38-182F-E517-B1E9-240E6B50C03F}"/>
              </a:ext>
            </a:extLst>
          </p:cNvPr>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478231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478231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29" name="Title 1">
            <a:extLst>
              <a:ext uri="{FF2B5EF4-FFF2-40B4-BE49-F238E27FC236}">
                <a16:creationId xmlns:a16="http://schemas.microsoft.com/office/drawing/2014/main" id="{D5CC739F-0299-DDC6-C35D-22282FF85CD2}"/>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sp>
        <p:nvSpPr>
          <p:cNvPr id="30" name="Text Placeholder 4">
            <a:extLst>
              <a:ext uri="{FF2B5EF4-FFF2-40B4-BE49-F238E27FC236}">
                <a16:creationId xmlns:a16="http://schemas.microsoft.com/office/drawing/2014/main" id="{A2DF7EFD-1FC1-E7B0-3A5D-171FFD6F0DCF}"/>
              </a:ext>
            </a:extLst>
          </p:cNvPr>
          <p:cNvSpPr>
            <a:spLocks noGrp="1"/>
          </p:cNvSpPr>
          <p:nvPr>
            <p:ph type="body" sz="quarter" idx="13"/>
          </p:nvPr>
        </p:nvSpPr>
        <p:spPr>
          <a:xfrm>
            <a:off x="8860536" y="1911096"/>
            <a:ext cx="2944368"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Content Placeholder 5">
            <a:extLst>
              <a:ext uri="{FF2B5EF4-FFF2-40B4-BE49-F238E27FC236}">
                <a16:creationId xmlns:a16="http://schemas.microsoft.com/office/drawing/2014/main" id="{0733DE00-8CA6-606F-16DB-4372C1E5BD67}"/>
              </a:ext>
            </a:extLst>
          </p:cNvPr>
          <p:cNvSpPr>
            <a:spLocks noGrp="1"/>
          </p:cNvSpPr>
          <p:nvPr>
            <p:ph sz="quarter" idx="14"/>
          </p:nvPr>
        </p:nvSpPr>
        <p:spPr>
          <a:xfrm>
            <a:off x="8860536" y="2492438"/>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33" name="Straight Connector 32">
            <a:extLst>
              <a:ext uri="{FF2B5EF4-FFF2-40B4-BE49-F238E27FC236}">
                <a16:creationId xmlns:a16="http://schemas.microsoft.com/office/drawing/2014/main" id="{E90718B6-F0C0-E7EE-D41F-B5CE6A11D72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8627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alt">
    <p:bg>
      <p:bgPr>
        <a:solidFill>
          <a:schemeClr val="bg2"/>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430A716-DF40-A710-4FC7-CCCA4BD957F8}"/>
              </a:ext>
            </a:extLst>
          </p:cNvPr>
          <p:cNvSpPr/>
          <p:nvPr userDrawn="1"/>
        </p:nvSpPr>
        <p:spPr>
          <a:xfrm>
            <a:off x="6323595" y="0"/>
            <a:ext cx="5868404" cy="6164034"/>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
        <p:nvSpPr>
          <p:cNvPr id="48" name="Freeform: Shape 47">
            <a:extLst>
              <a:ext uri="{FF2B5EF4-FFF2-40B4-BE49-F238E27FC236}">
                <a16:creationId xmlns:a16="http://schemas.microsoft.com/office/drawing/2014/main" id="{EACA9FF1-6A56-9028-20F7-293A5DAC2547}"/>
              </a:ext>
            </a:extLst>
          </p:cNvPr>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 fmla="*/ 6277387 w 6368827"/>
              <a:gd name="connsiteY0" fmla="*/ 161058 h 5139475"/>
              <a:gd name="connsiteX1" fmla="*/ 6277387 w 6368827"/>
              <a:gd name="connsiteY1" fmla="*/ 5139475 h 5139475"/>
              <a:gd name="connsiteX2" fmla="*/ 6189863 w 6368827"/>
              <a:gd name="connsiteY2" fmla="*/ 5129509 h 5139475"/>
              <a:gd name="connsiteX3" fmla="*/ 4906960 w 6368827"/>
              <a:gd name="connsiteY3" fmla="*/ 4685637 h 5139475"/>
              <a:gd name="connsiteX4" fmla="*/ 4226890 w 6368827"/>
              <a:gd name="connsiteY4" fmla="*/ 4354477 h 5139475"/>
              <a:gd name="connsiteX5" fmla="*/ 3327755 w 6368827"/>
              <a:gd name="connsiteY5" fmla="*/ 4156387 h 5139475"/>
              <a:gd name="connsiteX6" fmla="*/ 2255512 w 6368827"/>
              <a:gd name="connsiteY6" fmla="*/ 4368944 h 5139475"/>
              <a:gd name="connsiteX7" fmla="*/ 1772151 w 6368827"/>
              <a:gd name="connsiteY7" fmla="*/ 4527459 h 5139475"/>
              <a:gd name="connsiteX8" fmla="*/ 459735 w 6368827"/>
              <a:gd name="connsiteY8" fmla="*/ 4184363 h 5139475"/>
              <a:gd name="connsiteX9" fmla="*/ 608 w 6368827"/>
              <a:gd name="connsiteY9" fmla="*/ 3162067 h 5139475"/>
              <a:gd name="connsiteX10" fmla="*/ 686493 w 6368827"/>
              <a:gd name="connsiteY10" fmla="*/ 1710481 h 5139475"/>
              <a:gd name="connsiteX11" fmla="*/ 1254673 w 6368827"/>
              <a:gd name="connsiteY11" fmla="*/ 1269348 h 5139475"/>
              <a:gd name="connsiteX12" fmla="*/ 3265771 w 6368827"/>
              <a:gd name="connsiteY12" fmla="*/ 265022 h 5139475"/>
              <a:gd name="connsiteX13" fmla="*/ 4889012 w 6368827"/>
              <a:gd name="connsiteY13" fmla="*/ 662 h 5139475"/>
              <a:gd name="connsiteX14" fmla="*/ 5445687 w 6368827"/>
              <a:gd name="connsiteY14" fmla="*/ 20567 h 5139475"/>
              <a:gd name="connsiteX15" fmla="*/ 6007952 w 6368827"/>
              <a:gd name="connsiteY15" fmla="*/ 99852 h 5139475"/>
              <a:gd name="connsiteX16" fmla="*/ 6368827 w 6368827"/>
              <a:gd name="connsiteY16" fmla="*/ 252498 h 5139475"/>
              <a:gd name="connsiteX0" fmla="*/ 6277387 w 6368827"/>
              <a:gd name="connsiteY0" fmla="*/ 5139475 h 5139475"/>
              <a:gd name="connsiteX1" fmla="*/ 6189863 w 6368827"/>
              <a:gd name="connsiteY1" fmla="*/ 5129509 h 5139475"/>
              <a:gd name="connsiteX2" fmla="*/ 4906960 w 6368827"/>
              <a:gd name="connsiteY2" fmla="*/ 4685637 h 5139475"/>
              <a:gd name="connsiteX3" fmla="*/ 4226890 w 6368827"/>
              <a:gd name="connsiteY3" fmla="*/ 4354477 h 5139475"/>
              <a:gd name="connsiteX4" fmla="*/ 3327755 w 6368827"/>
              <a:gd name="connsiteY4" fmla="*/ 4156387 h 5139475"/>
              <a:gd name="connsiteX5" fmla="*/ 2255512 w 6368827"/>
              <a:gd name="connsiteY5" fmla="*/ 4368944 h 5139475"/>
              <a:gd name="connsiteX6" fmla="*/ 1772151 w 6368827"/>
              <a:gd name="connsiteY6" fmla="*/ 4527459 h 5139475"/>
              <a:gd name="connsiteX7" fmla="*/ 459735 w 6368827"/>
              <a:gd name="connsiteY7" fmla="*/ 4184363 h 5139475"/>
              <a:gd name="connsiteX8" fmla="*/ 608 w 6368827"/>
              <a:gd name="connsiteY8" fmla="*/ 3162067 h 5139475"/>
              <a:gd name="connsiteX9" fmla="*/ 686493 w 6368827"/>
              <a:gd name="connsiteY9" fmla="*/ 1710481 h 5139475"/>
              <a:gd name="connsiteX10" fmla="*/ 1254673 w 6368827"/>
              <a:gd name="connsiteY10" fmla="*/ 1269348 h 5139475"/>
              <a:gd name="connsiteX11" fmla="*/ 3265771 w 6368827"/>
              <a:gd name="connsiteY11" fmla="*/ 265022 h 5139475"/>
              <a:gd name="connsiteX12" fmla="*/ 4889012 w 6368827"/>
              <a:gd name="connsiteY12" fmla="*/ 662 h 5139475"/>
              <a:gd name="connsiteX13" fmla="*/ 5445687 w 6368827"/>
              <a:gd name="connsiteY13" fmla="*/ 20567 h 5139475"/>
              <a:gd name="connsiteX14" fmla="*/ 6007952 w 6368827"/>
              <a:gd name="connsiteY14" fmla="*/ 99852 h 5139475"/>
              <a:gd name="connsiteX15" fmla="*/ 6368827 w 6368827"/>
              <a:gd name="connsiteY15" fmla="*/ 252498 h 5139475"/>
              <a:gd name="connsiteX0" fmla="*/ 6189863 w 6368827"/>
              <a:gd name="connsiteY0" fmla="*/ 5129509 h 5129509"/>
              <a:gd name="connsiteX1" fmla="*/ 4906960 w 6368827"/>
              <a:gd name="connsiteY1" fmla="*/ 4685637 h 5129509"/>
              <a:gd name="connsiteX2" fmla="*/ 4226890 w 6368827"/>
              <a:gd name="connsiteY2" fmla="*/ 4354477 h 5129509"/>
              <a:gd name="connsiteX3" fmla="*/ 3327755 w 6368827"/>
              <a:gd name="connsiteY3" fmla="*/ 4156387 h 5129509"/>
              <a:gd name="connsiteX4" fmla="*/ 2255512 w 6368827"/>
              <a:gd name="connsiteY4" fmla="*/ 4368944 h 5129509"/>
              <a:gd name="connsiteX5" fmla="*/ 1772151 w 6368827"/>
              <a:gd name="connsiteY5" fmla="*/ 4527459 h 5129509"/>
              <a:gd name="connsiteX6" fmla="*/ 459735 w 6368827"/>
              <a:gd name="connsiteY6" fmla="*/ 4184363 h 5129509"/>
              <a:gd name="connsiteX7" fmla="*/ 608 w 6368827"/>
              <a:gd name="connsiteY7" fmla="*/ 3162067 h 5129509"/>
              <a:gd name="connsiteX8" fmla="*/ 686493 w 6368827"/>
              <a:gd name="connsiteY8" fmla="*/ 1710481 h 5129509"/>
              <a:gd name="connsiteX9" fmla="*/ 1254673 w 6368827"/>
              <a:gd name="connsiteY9" fmla="*/ 1269348 h 5129509"/>
              <a:gd name="connsiteX10" fmla="*/ 3265771 w 6368827"/>
              <a:gd name="connsiteY10" fmla="*/ 265022 h 5129509"/>
              <a:gd name="connsiteX11" fmla="*/ 4889012 w 6368827"/>
              <a:gd name="connsiteY11" fmla="*/ 662 h 5129509"/>
              <a:gd name="connsiteX12" fmla="*/ 5445687 w 6368827"/>
              <a:gd name="connsiteY12" fmla="*/ 20567 h 5129509"/>
              <a:gd name="connsiteX13" fmla="*/ 6007952 w 6368827"/>
              <a:gd name="connsiteY13" fmla="*/ 99852 h 5129509"/>
              <a:gd name="connsiteX14" fmla="*/ 6368827 w 6368827"/>
              <a:gd name="connsiteY14" fmla="*/ 252498 h 5129509"/>
              <a:gd name="connsiteX0" fmla="*/ 6189863 w 6189863"/>
              <a:gd name="connsiteY0" fmla="*/ 5129509 h 5129509"/>
              <a:gd name="connsiteX1" fmla="*/ 4906960 w 6189863"/>
              <a:gd name="connsiteY1" fmla="*/ 4685637 h 5129509"/>
              <a:gd name="connsiteX2" fmla="*/ 4226890 w 6189863"/>
              <a:gd name="connsiteY2" fmla="*/ 4354477 h 5129509"/>
              <a:gd name="connsiteX3" fmla="*/ 3327755 w 6189863"/>
              <a:gd name="connsiteY3" fmla="*/ 4156387 h 5129509"/>
              <a:gd name="connsiteX4" fmla="*/ 2255512 w 6189863"/>
              <a:gd name="connsiteY4" fmla="*/ 4368944 h 5129509"/>
              <a:gd name="connsiteX5" fmla="*/ 1772151 w 6189863"/>
              <a:gd name="connsiteY5" fmla="*/ 4527459 h 5129509"/>
              <a:gd name="connsiteX6" fmla="*/ 459735 w 6189863"/>
              <a:gd name="connsiteY6" fmla="*/ 4184363 h 5129509"/>
              <a:gd name="connsiteX7" fmla="*/ 608 w 6189863"/>
              <a:gd name="connsiteY7" fmla="*/ 3162067 h 5129509"/>
              <a:gd name="connsiteX8" fmla="*/ 686493 w 6189863"/>
              <a:gd name="connsiteY8" fmla="*/ 1710481 h 5129509"/>
              <a:gd name="connsiteX9" fmla="*/ 1254673 w 6189863"/>
              <a:gd name="connsiteY9" fmla="*/ 1269348 h 5129509"/>
              <a:gd name="connsiteX10" fmla="*/ 3265771 w 6189863"/>
              <a:gd name="connsiteY10" fmla="*/ 265022 h 5129509"/>
              <a:gd name="connsiteX11" fmla="*/ 4889012 w 6189863"/>
              <a:gd name="connsiteY11" fmla="*/ 662 h 5129509"/>
              <a:gd name="connsiteX12" fmla="*/ 5445687 w 6189863"/>
              <a:gd name="connsiteY12" fmla="*/ 20567 h 5129509"/>
              <a:gd name="connsiteX13" fmla="*/ 6007952 w 6189863"/>
              <a:gd name="connsiteY13" fmla="*/ 99852 h 5129509"/>
              <a:gd name="connsiteX0" fmla="*/ 6220343 w 6220343"/>
              <a:gd name="connsiteY0" fmla="*/ 5133319 h 5133319"/>
              <a:gd name="connsiteX1" fmla="*/ 4906960 w 6220343"/>
              <a:gd name="connsiteY1" fmla="*/ 4685637 h 5133319"/>
              <a:gd name="connsiteX2" fmla="*/ 4226890 w 6220343"/>
              <a:gd name="connsiteY2" fmla="*/ 4354477 h 5133319"/>
              <a:gd name="connsiteX3" fmla="*/ 3327755 w 6220343"/>
              <a:gd name="connsiteY3" fmla="*/ 4156387 h 5133319"/>
              <a:gd name="connsiteX4" fmla="*/ 2255512 w 6220343"/>
              <a:gd name="connsiteY4" fmla="*/ 4368944 h 5133319"/>
              <a:gd name="connsiteX5" fmla="*/ 1772151 w 6220343"/>
              <a:gd name="connsiteY5" fmla="*/ 4527459 h 5133319"/>
              <a:gd name="connsiteX6" fmla="*/ 459735 w 6220343"/>
              <a:gd name="connsiteY6" fmla="*/ 4184363 h 5133319"/>
              <a:gd name="connsiteX7" fmla="*/ 608 w 6220343"/>
              <a:gd name="connsiteY7" fmla="*/ 3162067 h 5133319"/>
              <a:gd name="connsiteX8" fmla="*/ 686493 w 6220343"/>
              <a:gd name="connsiteY8" fmla="*/ 1710481 h 5133319"/>
              <a:gd name="connsiteX9" fmla="*/ 1254673 w 6220343"/>
              <a:gd name="connsiteY9" fmla="*/ 1269348 h 5133319"/>
              <a:gd name="connsiteX10" fmla="*/ 3265771 w 6220343"/>
              <a:gd name="connsiteY10" fmla="*/ 265022 h 5133319"/>
              <a:gd name="connsiteX11" fmla="*/ 4889012 w 6220343"/>
              <a:gd name="connsiteY11" fmla="*/ 662 h 5133319"/>
              <a:gd name="connsiteX12" fmla="*/ 5445687 w 6220343"/>
              <a:gd name="connsiteY12" fmla="*/ 20567 h 5133319"/>
              <a:gd name="connsiteX13" fmla="*/ 6007952 w 6220343"/>
              <a:gd name="connsiteY13" fmla="*/ 99852 h 5133319"/>
              <a:gd name="connsiteX0" fmla="*/ 6243203 w 6243203"/>
              <a:gd name="connsiteY0" fmla="*/ 5137129 h 5137129"/>
              <a:gd name="connsiteX1" fmla="*/ 4906960 w 6243203"/>
              <a:gd name="connsiteY1" fmla="*/ 4685637 h 5137129"/>
              <a:gd name="connsiteX2" fmla="*/ 4226890 w 6243203"/>
              <a:gd name="connsiteY2" fmla="*/ 4354477 h 5137129"/>
              <a:gd name="connsiteX3" fmla="*/ 3327755 w 6243203"/>
              <a:gd name="connsiteY3" fmla="*/ 4156387 h 5137129"/>
              <a:gd name="connsiteX4" fmla="*/ 2255512 w 6243203"/>
              <a:gd name="connsiteY4" fmla="*/ 4368944 h 5137129"/>
              <a:gd name="connsiteX5" fmla="*/ 1772151 w 6243203"/>
              <a:gd name="connsiteY5" fmla="*/ 4527459 h 5137129"/>
              <a:gd name="connsiteX6" fmla="*/ 459735 w 6243203"/>
              <a:gd name="connsiteY6" fmla="*/ 4184363 h 5137129"/>
              <a:gd name="connsiteX7" fmla="*/ 608 w 6243203"/>
              <a:gd name="connsiteY7" fmla="*/ 3162067 h 5137129"/>
              <a:gd name="connsiteX8" fmla="*/ 686493 w 6243203"/>
              <a:gd name="connsiteY8" fmla="*/ 1710481 h 5137129"/>
              <a:gd name="connsiteX9" fmla="*/ 1254673 w 6243203"/>
              <a:gd name="connsiteY9" fmla="*/ 1269348 h 5137129"/>
              <a:gd name="connsiteX10" fmla="*/ 3265771 w 6243203"/>
              <a:gd name="connsiteY10" fmla="*/ 265022 h 5137129"/>
              <a:gd name="connsiteX11" fmla="*/ 4889012 w 6243203"/>
              <a:gd name="connsiteY11" fmla="*/ 662 h 5137129"/>
              <a:gd name="connsiteX12" fmla="*/ 5445687 w 6243203"/>
              <a:gd name="connsiteY12" fmla="*/ 20567 h 5137129"/>
              <a:gd name="connsiteX13" fmla="*/ 6007952 w 6243203"/>
              <a:gd name="connsiteY13" fmla="*/ 99852 h 513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2" name="Picture Placeholder 41">
            <a:extLst>
              <a:ext uri="{FF2B5EF4-FFF2-40B4-BE49-F238E27FC236}">
                <a16:creationId xmlns:a16="http://schemas.microsoft.com/office/drawing/2014/main" id="{B453377C-B4A0-8E9A-D4DC-D42364826344}"/>
              </a:ext>
            </a:extLst>
          </p:cNvPr>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spTree>
    <p:extLst>
      <p:ext uri="{BB962C8B-B14F-4D97-AF65-F5344CB8AC3E}">
        <p14:creationId xmlns:p14="http://schemas.microsoft.com/office/powerpoint/2010/main" val="2336919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C3B985-E244-9B94-5C9B-8ED7DCD699F7}"/>
              </a:ext>
            </a:extLst>
          </p:cNvPr>
          <p:cNvSpPr/>
          <p:nvPr userDrawn="1"/>
        </p:nvSpPr>
        <p:spPr>
          <a:xfrm>
            <a:off x="0" y="2090206"/>
            <a:ext cx="5025692" cy="4767794"/>
          </a:xfrm>
          <a:custGeom>
            <a:avLst/>
            <a:gdLst>
              <a:gd name="connsiteX0" fmla="*/ 0 w 5025692"/>
              <a:gd name="connsiteY0" fmla="*/ 0 h 4767794"/>
              <a:gd name="connsiteX1" fmla="*/ 83822 w 5025692"/>
              <a:gd name="connsiteY1" fmla="*/ 8977 h 4767794"/>
              <a:gd name="connsiteX2" fmla="*/ 1007423 w 5025692"/>
              <a:gd name="connsiteY2" fmla="*/ 603530 h 4767794"/>
              <a:gd name="connsiteX3" fmla="*/ 1196014 w 5025692"/>
              <a:gd name="connsiteY3" fmla="*/ 998698 h 4767794"/>
              <a:gd name="connsiteX4" fmla="*/ 1720031 w 5025692"/>
              <a:gd name="connsiteY4" fmla="*/ 1792671 h 4767794"/>
              <a:gd name="connsiteX5" fmla="*/ 2445357 w 5025692"/>
              <a:gd name="connsiteY5" fmla="*/ 2234883 h 4767794"/>
              <a:gd name="connsiteX6" fmla="*/ 3131728 w 5025692"/>
              <a:gd name="connsiteY6" fmla="*/ 2461621 h 4767794"/>
              <a:gd name="connsiteX7" fmla="*/ 4942117 w 5025692"/>
              <a:gd name="connsiteY7" fmla="*/ 3799387 h 4767794"/>
              <a:gd name="connsiteX8" fmla="*/ 5025401 w 5025692"/>
              <a:gd name="connsiteY8" fmla="*/ 4347030 h 4767794"/>
              <a:gd name="connsiteX9" fmla="*/ 4964911 w 5025692"/>
              <a:gd name="connsiteY9" fmla="*/ 4754079 h 4767794"/>
              <a:gd name="connsiteX10" fmla="*/ 4960464 w 5025692"/>
              <a:gd name="connsiteY10" fmla="*/ 4767794 h 4767794"/>
              <a:gd name="connsiteX11" fmla="*/ 0 w 5025692"/>
              <a:gd name="connsiteY11" fmla="*/ 4767794 h 47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5692" h="4767794">
                <a:moveTo>
                  <a:pt x="0" y="0"/>
                </a:moveTo>
                <a:lnTo>
                  <a:pt x="83822" y="8977"/>
                </a:lnTo>
                <a:cubicBezTo>
                  <a:pt x="481513" y="73066"/>
                  <a:pt x="786941" y="276937"/>
                  <a:pt x="1007423" y="603530"/>
                </a:cubicBezTo>
                <a:cubicBezTo>
                  <a:pt x="1091644" y="728317"/>
                  <a:pt x="1141084" y="864163"/>
                  <a:pt x="1196014" y="998698"/>
                </a:cubicBezTo>
                <a:cubicBezTo>
                  <a:pt x="1314658" y="1289535"/>
                  <a:pt x="1474956" y="1561126"/>
                  <a:pt x="1720031" y="1792671"/>
                </a:cubicBezTo>
                <a:cubicBezTo>
                  <a:pt x="1926283" y="1987685"/>
                  <a:pt x="2173702" y="2127358"/>
                  <a:pt x="2445357" y="2234883"/>
                </a:cubicBezTo>
                <a:cubicBezTo>
                  <a:pt x="2748724" y="2354951"/>
                  <a:pt x="2937273" y="2404939"/>
                  <a:pt x="3131728" y="2461621"/>
                </a:cubicBezTo>
                <a:cubicBezTo>
                  <a:pt x="3347847" y="2524590"/>
                  <a:pt x="4630019" y="2898435"/>
                  <a:pt x="4942117" y="3799387"/>
                </a:cubicBezTo>
                <a:cubicBezTo>
                  <a:pt x="5026156" y="4042026"/>
                  <a:pt x="5026847" y="4283761"/>
                  <a:pt x="5025401" y="4347030"/>
                </a:cubicBezTo>
                <a:cubicBezTo>
                  <a:pt x="5022168" y="4486810"/>
                  <a:pt x="5000521" y="4622184"/>
                  <a:pt x="4964911" y="4754079"/>
                </a:cubicBezTo>
                <a:lnTo>
                  <a:pt x="4960464" y="4767794"/>
                </a:lnTo>
                <a:lnTo>
                  <a:pt x="0" y="4767794"/>
                </a:ln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1524000" y="1170432"/>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088E094-4ADD-B56F-A2B6-C1D91D2B398B}"/>
              </a:ext>
            </a:extLst>
          </p:cNvPr>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16" name="Freeform: Shape 15">
            <a:extLst>
              <a:ext uri="{FF2B5EF4-FFF2-40B4-BE49-F238E27FC236}">
                <a16:creationId xmlns:a16="http://schemas.microsoft.com/office/drawing/2014/main" id="{EA01FE67-785F-1A9A-BBBD-4F9A419AC158}"/>
              </a:ext>
            </a:extLst>
          </p:cNvPr>
          <p:cNvSpPr/>
          <p:nvPr userDrawn="1"/>
        </p:nvSpPr>
        <p:spPr>
          <a:xfrm>
            <a:off x="6173514" y="1"/>
            <a:ext cx="6018487" cy="5788889"/>
          </a:xfrm>
          <a:custGeom>
            <a:avLst/>
            <a:gdLst>
              <a:gd name="connsiteX0" fmla="*/ 156534 w 6018487"/>
              <a:gd name="connsiteY0" fmla="*/ 0 h 5788889"/>
              <a:gd name="connsiteX1" fmla="*/ 6018487 w 6018487"/>
              <a:gd name="connsiteY1" fmla="*/ 0 h 5788889"/>
              <a:gd name="connsiteX2" fmla="*/ 6018487 w 6018487"/>
              <a:gd name="connsiteY2" fmla="*/ 5323590 h 5788889"/>
              <a:gd name="connsiteX3" fmla="*/ 5932782 w 6018487"/>
              <a:gd name="connsiteY3" fmla="*/ 5397450 h 5788889"/>
              <a:gd name="connsiteX4" fmla="*/ 891863 w 6018487"/>
              <a:gd name="connsiteY4" fmla="*/ 3868392 h 5788889"/>
              <a:gd name="connsiteX5" fmla="*/ 113848 w 6018487"/>
              <a:gd name="connsiteY5" fmla="*/ 143186 h 578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8487" h="5788889">
                <a:moveTo>
                  <a:pt x="156534" y="0"/>
                </a:moveTo>
                <a:lnTo>
                  <a:pt x="6018487" y="0"/>
                </a:lnTo>
                <a:lnTo>
                  <a:pt x="6018487" y="5323590"/>
                </a:lnTo>
                <a:lnTo>
                  <a:pt x="5932782" y="5397450"/>
                </a:lnTo>
                <a:cubicBezTo>
                  <a:pt x="4753122" y="6286614"/>
                  <a:pt x="2167835" y="5612225"/>
                  <a:pt x="891863" y="3868392"/>
                </a:cubicBezTo>
                <a:cubicBezTo>
                  <a:pt x="139136" y="2839633"/>
                  <a:pt x="-193253" y="1390444"/>
                  <a:pt x="113848" y="143186"/>
                </a:cubicBez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BF7A62BA-11D3-585A-8CBD-5E0FB4DE522D}"/>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57158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1361742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4364174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CA1E289D-5AB0-EF69-573E-509925B56AD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46B8D33D-94BC-23EE-0691-9CC4E4CFE33B}"/>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6CE7DD89-FEA2-9BBA-778E-4E9F25BE143B}"/>
              </a:ext>
            </a:extLst>
          </p:cNvPr>
          <p:cNvSpPr>
            <a:spLocks noGrp="1"/>
          </p:cNvSpPr>
          <p:nvPr>
            <p:ph type="title" hasCustomPrompt="1"/>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54D77E-556E-0A77-D94A-FEE6C4493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64CE25-BC90-F218-081D-1F318A66E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8061380-5630-29CD-5357-ECACB77A7FA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77E390A-17CB-4BA8-9C29-A42E9C0A493B}"/>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AE7B19B5-A87D-987E-D2A1-00BF3335EF8E}"/>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495225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theme" Target="../theme/theme1.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r>
              <a:rPr lang="en-US" dirty="0"/>
              <a:t>20XX</a:t>
            </a:r>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sz="1400">
                <a:solidFill>
                  <a:schemeClr val="tx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7" r:id="rId3"/>
    <p:sldLayoutId id="2147483651" r:id="rId4"/>
    <p:sldLayoutId id="2147483659" r:id="rId5"/>
    <p:sldLayoutId id="2147483660" r:id="rId6"/>
    <p:sldLayoutId id="2147483664" r:id="rId7"/>
    <p:sldLayoutId id="2147483661" r:id="rId8"/>
    <p:sldLayoutId id="2147483662" r:id="rId9"/>
    <p:sldLayoutId id="2147483663" r:id="rId10"/>
    <p:sldLayoutId id="2147483654" r:id="rId11"/>
    <p:sldLayoutId id="2147483653" r:id="rId12"/>
    <p:sldLayoutId id="2147483667" r:id="rId13"/>
    <p:sldLayoutId id="2147483665" r:id="rId14"/>
    <p:sldLayoutId id="2147483666" r:id="rId15"/>
    <p:sldLayoutId id="2147483652" r:id="rId16"/>
    <p:sldLayoutId id="2147483655" r:id="rId17"/>
    <p:sldLayoutId id="2147483656" r:id="rId18"/>
  </p:sldLayoutIdLst>
  <p:hf hdr="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3.xml" /></Relationships>
</file>

<file path=ppt/slides/_rels/slide4.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3.xml" /></Relationships>
</file>

<file path=ppt/slides/_rels/slide5.xml.rels><?xml version="1.0" encoding="UTF-8" standalone="yes"?>
<Relationships xmlns="http://schemas.openxmlformats.org/package/2006/relationships"><Relationship Id="rId3" Type="http://schemas.openxmlformats.org/officeDocument/2006/relationships/image" Target="../media/image7.jpeg" /><Relationship Id="rId2" Type="http://schemas.openxmlformats.org/officeDocument/2006/relationships/image" Target="../media/image6.jpeg" /><Relationship Id="rId1" Type="http://schemas.openxmlformats.org/officeDocument/2006/relationships/slideLayout" Target="../slideLayouts/slideLayout3.xml" /><Relationship Id="rId4" Type="http://schemas.openxmlformats.org/officeDocument/2006/relationships/image" Target="../media/image8.jpeg" /></Relationships>
</file>

<file path=ppt/slides/_rels/slide6.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3.xml" /></Relationships>
</file>

<file path=ppt/slides/_rels/slide7.xml.rels><?xml version="1.0" encoding="UTF-8" standalone="yes"?>
<Relationships xmlns="http://schemas.openxmlformats.org/package/2006/relationships"><Relationship Id="rId3" Type="http://schemas.openxmlformats.org/officeDocument/2006/relationships/image" Target="../media/image11.jpeg" /><Relationship Id="rId2" Type="http://schemas.openxmlformats.org/officeDocument/2006/relationships/image" Target="../media/image10.jpeg" /><Relationship Id="rId1" Type="http://schemas.openxmlformats.org/officeDocument/2006/relationships/slideLayout" Target="../slideLayouts/slideLayout3.xml" /><Relationship Id="rId4" Type="http://schemas.openxmlformats.org/officeDocument/2006/relationships/image" Target="../media/image12.jpeg" /></Relationships>
</file>

<file path=ppt/slides/_rels/slide8.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3.xml" /></Relationships>
</file>

<file path=ppt/slides/_rels/slide9.xml.rels><?xml version="1.0" encoding="UTF-8" standalone="yes"?>
<Relationships xmlns="http://schemas.openxmlformats.org/package/2006/relationships"><Relationship Id="rId3" Type="http://schemas.openxmlformats.org/officeDocument/2006/relationships/image" Target="../media/image15.jpeg" /><Relationship Id="rId2" Type="http://schemas.openxmlformats.org/officeDocument/2006/relationships/image" Target="../media/image14.jpeg" /><Relationship Id="rId1" Type="http://schemas.openxmlformats.org/officeDocument/2006/relationships/slideLayout" Target="../slideLayouts/slideLayout3.xml" /></Relationships>
</file>

<file path=ppt/slides/_rels/slide10.xml.rels><?xml version="1.0" encoding="UTF-8" standalone="yes"?>
<Relationships xmlns="http://schemas.openxmlformats.org/package/2006/relationships"><Relationship Id="rId3" Type="http://schemas.openxmlformats.org/officeDocument/2006/relationships/image" Target="../media/image17.jpeg" /><Relationship Id="rId2" Type="http://schemas.openxmlformats.org/officeDocument/2006/relationships/image" Target="../media/image16.jpeg" /><Relationship Id="rId1" Type="http://schemas.openxmlformats.org/officeDocument/2006/relationships/slideLayout" Target="../slideLayouts/slideLayout3.xml" /></Relationships>
</file>

<file path=ppt/slides/_rels/slide11.xml.rels><?xml version="1.0" encoding="UTF-8" standalone="yes"?>
<Relationships xmlns="http://schemas.openxmlformats.org/package/2006/relationships"><Relationship Id="rId3" Type="http://schemas.openxmlformats.org/officeDocument/2006/relationships/hyperlink" Target="https://mfidie.com/prayer-high-five-emoji-people-confused/" TargetMode="External" /><Relationship Id="rId2" Type="http://schemas.openxmlformats.org/officeDocument/2006/relationships/image" Target="../media/image18.png" /><Relationship Id="rId1" Type="http://schemas.openxmlformats.org/officeDocument/2006/relationships/slideLayout" Target="../slideLayouts/slideLayout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p:txBody>
          <a:bodyPr/>
          <a:lstStyle/>
          <a:p>
            <a:r>
              <a:rPr lang="en-US" dirty="0">
                <a:solidFill>
                  <a:schemeClr val="bg2">
                    <a:lumMod val="25000"/>
                  </a:schemeClr>
                </a:solidFill>
              </a:rPr>
              <a:t>Social Connect &amp; Responsibility</a:t>
            </a:r>
            <a:br>
              <a:rPr lang="en-US" dirty="0">
                <a:solidFill>
                  <a:schemeClr val="bg2">
                    <a:lumMod val="25000"/>
                  </a:schemeClr>
                </a:solidFill>
              </a:rPr>
            </a:br>
            <a:r>
              <a:rPr lang="en-US" dirty="0">
                <a:solidFill>
                  <a:schemeClr val="bg2">
                    <a:lumMod val="25000"/>
                  </a:schemeClr>
                </a:solidFill>
              </a:rPr>
              <a:t>BSCK307</a:t>
            </a:r>
          </a:p>
        </p:txBody>
      </p:sp>
      <p:sp>
        <p:nvSpPr>
          <p:cNvPr id="3" name="Subtitle 2">
            <a:extLst>
              <a:ext uri="{FF2B5EF4-FFF2-40B4-BE49-F238E27FC236}">
                <a16:creationId xmlns:a16="http://schemas.microsoft.com/office/drawing/2014/main" id="{CA0D2251-7AFE-1B36-778C-D116EDBB7FDE}"/>
              </a:ext>
            </a:extLst>
          </p:cNvPr>
          <p:cNvSpPr>
            <a:spLocks noGrp="1"/>
          </p:cNvSpPr>
          <p:nvPr>
            <p:ph type="subTitle" idx="1"/>
          </p:nvPr>
        </p:nvSpPr>
        <p:spPr>
          <a:xfrm>
            <a:off x="7037293" y="4069976"/>
            <a:ext cx="3899647" cy="1573306"/>
          </a:xfrm>
        </p:spPr>
        <p:txBody>
          <a:bodyPr>
            <a:normAutofit/>
          </a:bodyPr>
          <a:lstStyle/>
          <a:p>
            <a:r>
              <a:rPr lang="en-US" sz="2800" b="1" dirty="0">
                <a:solidFill>
                  <a:schemeClr val="accent6">
                    <a:lumMod val="10000"/>
                  </a:schemeClr>
                </a:solidFill>
              </a:rPr>
              <a:t>Presented by</a:t>
            </a:r>
          </a:p>
          <a:p>
            <a:r>
              <a:rPr lang="en-US" sz="2800" b="1" dirty="0">
                <a:solidFill>
                  <a:schemeClr val="accent6">
                    <a:lumMod val="10000"/>
                  </a:schemeClr>
                </a:solidFill>
              </a:rPr>
              <a:t>Sandesh</a:t>
            </a:r>
          </a:p>
          <a:p>
            <a:r>
              <a:rPr lang="en-US" sz="2800" b="1" dirty="0">
                <a:solidFill>
                  <a:schemeClr val="accent6">
                    <a:lumMod val="10000"/>
                  </a:schemeClr>
                </a:solidFill>
              </a:rPr>
              <a:t>4VP22CS085</a:t>
            </a:r>
          </a:p>
        </p:txBody>
      </p:sp>
    </p:spTree>
    <p:extLst>
      <p:ext uri="{BB962C8B-B14F-4D97-AF65-F5344CB8AC3E}">
        <p14:creationId xmlns:p14="http://schemas.microsoft.com/office/powerpoint/2010/main" val="417536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878135-3F5C-BB53-0082-122956799B79}"/>
              </a:ext>
            </a:extLst>
          </p:cNvPr>
          <p:cNvSpPr>
            <a:spLocks noGrp="1"/>
          </p:cNvSpPr>
          <p:nvPr>
            <p:ph type="title"/>
          </p:nvPr>
        </p:nvSpPr>
        <p:spPr/>
        <p:txBody>
          <a:bodyPr/>
          <a:lstStyle/>
          <a:p>
            <a:r>
              <a:rPr lang="en-US" dirty="0">
                <a:solidFill>
                  <a:schemeClr val="accent6">
                    <a:lumMod val="10000"/>
                  </a:schemeClr>
                </a:solidFill>
              </a:rPr>
              <a:t>Contents:</a:t>
            </a:r>
          </a:p>
        </p:txBody>
      </p:sp>
      <p:graphicFrame>
        <p:nvGraphicFramePr>
          <p:cNvPr id="2" name="Table 4">
            <a:extLst>
              <a:ext uri="{FF2B5EF4-FFF2-40B4-BE49-F238E27FC236}">
                <a16:creationId xmlns:a16="http://schemas.microsoft.com/office/drawing/2014/main" id="{14883AB6-E6D8-70A9-3CCB-61E120FC6000}"/>
              </a:ext>
            </a:extLst>
          </p:cNvPr>
          <p:cNvGraphicFramePr>
            <a:graphicFrameLocks noGrp="1"/>
          </p:cNvGraphicFramePr>
          <p:nvPr>
            <p:ph idx="1"/>
            <p:extLst>
              <p:ext uri="{D42A27DB-BD31-4B8C-83A1-F6EECF244321}">
                <p14:modId xmlns:p14="http://schemas.microsoft.com/office/powerpoint/2010/main" val="2559897183"/>
              </p:ext>
            </p:extLst>
          </p:nvPr>
        </p:nvGraphicFramePr>
        <p:xfrm>
          <a:off x="7100048" y="1417320"/>
          <a:ext cx="4840941" cy="4023360"/>
        </p:xfrm>
        <a:graphic>
          <a:graphicData uri="http://schemas.openxmlformats.org/drawingml/2006/table">
            <a:tbl>
              <a:tblPr firstRow="1" bandRow="1"/>
              <a:tblGrid>
                <a:gridCol w="4840941">
                  <a:extLst>
                    <a:ext uri="{9D8B030D-6E8A-4147-A177-3AD203B41FA5}">
                      <a16:colId xmlns:a16="http://schemas.microsoft.com/office/drawing/2014/main" val="1563570424"/>
                    </a:ext>
                  </a:extLst>
                </a:gridCol>
              </a:tblGrid>
              <a:tr h="529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accent6">
                              <a:lumMod val="10000"/>
                            </a:schemeClr>
                          </a:solidFill>
                          <a:latin typeface="+mj-lt"/>
                        </a:rPr>
                        <a:t>MODULE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schemeClr val="accent6">
                              <a:lumMod val="10000"/>
                            </a:schemeClr>
                          </a:solidFill>
                          <a:latin typeface="+mj-lt"/>
                        </a:rPr>
                        <a:t>Plantation and adoption of a tree</a:t>
                      </a: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529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accent6">
                              <a:lumMod val="10000"/>
                            </a:schemeClr>
                          </a:solidFill>
                          <a:latin typeface="+mj-lt"/>
                          <a:ea typeface="+mn-ea"/>
                          <a:cs typeface="+mn-cs"/>
                        </a:rPr>
                        <a:t>MODULE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accent6">
                              <a:lumMod val="10000"/>
                            </a:schemeClr>
                          </a:solidFill>
                          <a:latin typeface="+mj-lt"/>
                          <a:ea typeface="+mn-ea"/>
                          <a:cs typeface="+mn-cs"/>
                        </a:rPr>
                        <a:t>Heritage walk &amp; Craft corner</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529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accent6">
                              <a:lumMod val="10000"/>
                            </a:schemeClr>
                          </a:solidFill>
                          <a:latin typeface="+mj-lt"/>
                          <a:ea typeface="+mn-ea"/>
                          <a:cs typeface="+mn-cs"/>
                        </a:rPr>
                        <a:t>MODULE 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accent6">
                              <a:lumMod val="10000"/>
                            </a:schemeClr>
                          </a:solidFill>
                          <a:latin typeface="+mj-lt"/>
                          <a:ea typeface="+mn-ea"/>
                          <a:cs typeface="+mn-cs"/>
                        </a:rPr>
                        <a:t>Organic farming and waste management</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3024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accent6">
                              <a:lumMod val="10000"/>
                            </a:schemeClr>
                          </a:solidFill>
                          <a:latin typeface="+mj-lt"/>
                          <a:ea typeface="+mn-ea"/>
                          <a:cs typeface="+mn-cs"/>
                        </a:rPr>
                        <a:t>MODULE 4:</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accent6">
                              <a:lumMod val="10000"/>
                            </a:schemeClr>
                          </a:solidFill>
                          <a:latin typeface="+mj-lt"/>
                          <a:ea typeface="+mn-ea"/>
                          <a:cs typeface="+mn-cs"/>
                        </a:rPr>
                        <a:t>Water Conservation</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bl>
          </a:graphicData>
        </a:graphic>
      </p:graphicFrame>
    </p:spTree>
    <p:extLst>
      <p:ext uri="{BB962C8B-B14F-4D97-AF65-F5344CB8AC3E}">
        <p14:creationId xmlns:p14="http://schemas.microsoft.com/office/powerpoint/2010/main" val="3474133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70BA96D9-2E56-3DBD-6315-048A1B2800FB}"/>
              </a:ext>
            </a:extLst>
          </p:cNvPr>
          <p:cNvSpPr>
            <a:spLocks noGrp="1"/>
          </p:cNvSpPr>
          <p:nvPr>
            <p:ph type="title"/>
          </p:nvPr>
        </p:nvSpPr>
        <p:spPr>
          <a:xfrm>
            <a:off x="365760" y="340659"/>
            <a:ext cx="5629836" cy="1383808"/>
          </a:xfrm>
        </p:spPr>
        <p:txBody>
          <a:bodyPr/>
          <a:lstStyle/>
          <a:p>
            <a:r>
              <a:rPr lang="en-US" dirty="0"/>
              <a:t>1.Plantation and adoption of a tree</a:t>
            </a:r>
          </a:p>
        </p:txBody>
      </p:sp>
      <p:sp>
        <p:nvSpPr>
          <p:cNvPr id="27" name="Text Placeholder 26">
            <a:extLst>
              <a:ext uri="{FF2B5EF4-FFF2-40B4-BE49-F238E27FC236}">
                <a16:creationId xmlns:a16="http://schemas.microsoft.com/office/drawing/2014/main" id="{64C89AC3-3D7A-65BB-C3F4-2B1CB19E78D1}"/>
              </a:ext>
            </a:extLst>
          </p:cNvPr>
          <p:cNvSpPr>
            <a:spLocks noGrp="1"/>
          </p:cNvSpPr>
          <p:nvPr>
            <p:ph type="body" sz="half" idx="2"/>
          </p:nvPr>
        </p:nvSpPr>
        <p:spPr>
          <a:xfrm>
            <a:off x="466164" y="1822165"/>
            <a:ext cx="4793787" cy="4372447"/>
          </a:xfrm>
        </p:spPr>
        <p:txBody>
          <a:bodyPr>
            <a:noAutofit/>
          </a:bodyPr>
          <a:lstStyle/>
          <a:p>
            <a:r>
              <a:rPr lang="en-US" sz="2000" b="1" u="sng" dirty="0">
                <a:solidFill>
                  <a:srgbClr val="000000"/>
                </a:solidFill>
              </a:rPr>
              <a:t>Papaya tree:</a:t>
            </a:r>
          </a:p>
          <a:p>
            <a:r>
              <a:rPr lang="en-US" sz="2000" b="1" dirty="0">
                <a:solidFill>
                  <a:srgbClr val="000000"/>
                </a:solidFill>
              </a:rPr>
              <a:t>Scientifically known as </a:t>
            </a:r>
            <a:r>
              <a:rPr lang="en-US" sz="2000" b="1" dirty="0" err="1">
                <a:solidFill>
                  <a:srgbClr val="000000"/>
                </a:solidFill>
              </a:rPr>
              <a:t>Carica</a:t>
            </a:r>
            <a:r>
              <a:rPr lang="en-US" sz="2000" b="1" dirty="0">
                <a:solidFill>
                  <a:srgbClr val="000000"/>
                </a:solidFill>
              </a:rPr>
              <a:t> papaya and it belongs to the family </a:t>
            </a:r>
            <a:r>
              <a:rPr lang="en-US" sz="2000" b="1" dirty="0" err="1">
                <a:solidFill>
                  <a:srgbClr val="000000"/>
                </a:solidFill>
              </a:rPr>
              <a:t>Caricaceae.It</a:t>
            </a:r>
            <a:r>
              <a:rPr lang="en-US" sz="2000" b="1" dirty="0">
                <a:solidFill>
                  <a:srgbClr val="000000"/>
                </a:solidFill>
              </a:rPr>
              <a:t> is rich in vitamin C and also detoxes the body which is good for reducing skin related problems and helps in repairing of skin cells.</a:t>
            </a:r>
          </a:p>
          <a:p>
            <a:r>
              <a:rPr lang="en-US" sz="2000" b="1" u="sng" dirty="0">
                <a:solidFill>
                  <a:srgbClr val="000000"/>
                </a:solidFill>
              </a:rPr>
              <a:t>How to plant:</a:t>
            </a:r>
          </a:p>
          <a:p>
            <a:r>
              <a:rPr lang="en-US" sz="2000" b="1" dirty="0">
                <a:solidFill>
                  <a:srgbClr val="000000"/>
                </a:solidFill>
              </a:rPr>
              <a:t>Choose a proper location. Dug a hole of ½ meter spacing. Place the tree sample in the middle of the pit after cover up the hole.</a:t>
            </a:r>
          </a:p>
          <a:p>
            <a:r>
              <a:rPr lang="en-US" sz="2000" b="1" u="sng" dirty="0">
                <a:solidFill>
                  <a:srgbClr val="000000"/>
                </a:solidFill>
              </a:rPr>
              <a:t>Why: </a:t>
            </a:r>
            <a:r>
              <a:rPr lang="en-US" sz="2000" b="1" dirty="0">
                <a:solidFill>
                  <a:srgbClr val="000000"/>
                </a:solidFill>
              </a:rPr>
              <a:t> It is easily available . Papaya tree can grow within 7-8 months and the fruits will be ready for harvesting in 10-11 months from planting.</a:t>
            </a:r>
            <a:endParaRPr lang="en-US" sz="2000" b="1" u="sng" dirty="0">
              <a:solidFill>
                <a:srgbClr val="000000"/>
              </a:solidFill>
            </a:endParaRPr>
          </a:p>
        </p:txBody>
      </p:sp>
      <p:sp>
        <p:nvSpPr>
          <p:cNvPr id="4" name="Slide Number Placeholder 3">
            <a:extLst>
              <a:ext uri="{FF2B5EF4-FFF2-40B4-BE49-F238E27FC236}">
                <a16:creationId xmlns:a16="http://schemas.microsoft.com/office/drawing/2014/main" id="{3324E804-5D73-9996-1913-1EF77F2E53C5}"/>
              </a:ext>
            </a:extLst>
          </p:cNvPr>
          <p:cNvSpPr>
            <a:spLocks noGrp="1"/>
          </p:cNvSpPr>
          <p:nvPr>
            <p:ph type="sldNum" sz="quarter" idx="12"/>
          </p:nvPr>
        </p:nvSpPr>
        <p:spPr/>
        <p:txBody>
          <a:bodyPr/>
          <a:lstStyle/>
          <a:p>
            <a:fld id="{58FB4751-880F-D840-AAA9-3A15815CC996}" type="slidenum">
              <a:rPr lang="en-US" smtClean="0"/>
              <a:pPr/>
              <a:t>3</a:t>
            </a:fld>
            <a:endParaRPr lang="en-US" dirty="0"/>
          </a:p>
        </p:txBody>
      </p:sp>
      <p:pic>
        <p:nvPicPr>
          <p:cNvPr id="11" name="Picture 10">
            <a:extLst>
              <a:ext uri="{FF2B5EF4-FFF2-40B4-BE49-F238E27FC236}">
                <a16:creationId xmlns:a16="http://schemas.microsoft.com/office/drawing/2014/main" id="{2E6528F7-87DB-5990-BAC3-2468D0C26318}"/>
              </a:ext>
            </a:extLst>
          </p:cNvPr>
          <p:cNvPicPr>
            <a:picLocks noChangeAspect="1"/>
          </p:cNvPicPr>
          <p:nvPr/>
        </p:nvPicPr>
        <p:blipFill>
          <a:blip r:embed="rId2"/>
          <a:stretch>
            <a:fillRect/>
          </a:stretch>
        </p:blipFill>
        <p:spPr>
          <a:xfrm>
            <a:off x="6096000" y="708212"/>
            <a:ext cx="5629836" cy="4833698"/>
          </a:xfrm>
          <a:prstGeom prst="rect">
            <a:avLst/>
          </a:prstGeom>
        </p:spPr>
      </p:pic>
    </p:spTree>
    <p:extLst>
      <p:ext uri="{BB962C8B-B14F-4D97-AF65-F5344CB8AC3E}">
        <p14:creationId xmlns:p14="http://schemas.microsoft.com/office/powerpoint/2010/main" val="3435077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717A2-B9C2-5042-B1F8-4FAED92BE772}"/>
              </a:ext>
            </a:extLst>
          </p:cNvPr>
          <p:cNvSpPr>
            <a:spLocks noGrp="1"/>
          </p:cNvSpPr>
          <p:nvPr>
            <p:ph type="title"/>
          </p:nvPr>
        </p:nvSpPr>
        <p:spPr>
          <a:xfrm>
            <a:off x="284081" y="202815"/>
            <a:ext cx="6712931" cy="1298448"/>
          </a:xfrm>
        </p:spPr>
        <p:txBody>
          <a:bodyPr/>
          <a:lstStyle/>
          <a:p>
            <a:r>
              <a:rPr lang="en-IN" dirty="0"/>
              <a:t>2.Heritage walk and crafts corner</a:t>
            </a:r>
          </a:p>
        </p:txBody>
      </p:sp>
      <p:sp>
        <p:nvSpPr>
          <p:cNvPr id="3" name="Text Placeholder 2">
            <a:extLst>
              <a:ext uri="{FF2B5EF4-FFF2-40B4-BE49-F238E27FC236}">
                <a16:creationId xmlns:a16="http://schemas.microsoft.com/office/drawing/2014/main" id="{80A80DF9-FBCD-0661-A5A8-F60CB32753A4}"/>
              </a:ext>
            </a:extLst>
          </p:cNvPr>
          <p:cNvSpPr>
            <a:spLocks noGrp="1"/>
          </p:cNvSpPr>
          <p:nvPr>
            <p:ph type="body" sz="half" idx="2"/>
          </p:nvPr>
        </p:nvSpPr>
        <p:spPr>
          <a:xfrm>
            <a:off x="284082" y="1586753"/>
            <a:ext cx="6457378" cy="4267200"/>
          </a:xfrm>
        </p:spPr>
        <p:txBody>
          <a:bodyPr>
            <a:normAutofit fontScale="92500"/>
          </a:bodyPr>
          <a:lstStyle/>
          <a:p>
            <a:r>
              <a:rPr lang="en-IN" sz="2400" b="1" u="sng" dirty="0">
                <a:solidFill>
                  <a:schemeClr val="accent6">
                    <a:lumMod val="10000"/>
                  </a:schemeClr>
                </a:solidFill>
              </a:rPr>
              <a:t>Shree </a:t>
            </a:r>
            <a:r>
              <a:rPr lang="en-IN" sz="2400" b="1" u="sng" dirty="0" err="1">
                <a:solidFill>
                  <a:schemeClr val="accent6">
                    <a:lumMod val="10000"/>
                  </a:schemeClr>
                </a:solidFill>
              </a:rPr>
              <a:t>Punchalingeshwara</a:t>
            </a:r>
            <a:r>
              <a:rPr lang="en-IN" sz="2400" b="1" u="sng" dirty="0">
                <a:solidFill>
                  <a:schemeClr val="accent6">
                    <a:lumMod val="10000"/>
                  </a:schemeClr>
                </a:solidFill>
              </a:rPr>
              <a:t> Temple :</a:t>
            </a:r>
          </a:p>
          <a:p>
            <a:r>
              <a:rPr lang="en-IN" sz="2400" b="1" u="sng" dirty="0">
                <a:solidFill>
                  <a:schemeClr val="accent6">
                    <a:lumMod val="10000"/>
                  </a:schemeClr>
                </a:solidFill>
              </a:rPr>
              <a:t>History:</a:t>
            </a:r>
          </a:p>
          <a:p>
            <a:r>
              <a:rPr lang="en-IN" sz="2400" b="1" dirty="0">
                <a:solidFill>
                  <a:schemeClr val="accent6">
                    <a:lumMod val="10000"/>
                  </a:schemeClr>
                </a:solidFill>
              </a:rPr>
              <a:t>“Pancha” means five. As per the name suggests there are five </a:t>
            </a:r>
            <a:r>
              <a:rPr lang="en-IN" sz="2400" b="1" dirty="0" err="1">
                <a:solidFill>
                  <a:schemeClr val="accent6">
                    <a:lumMod val="10000"/>
                  </a:schemeClr>
                </a:solidFill>
              </a:rPr>
              <a:t>linga’s</a:t>
            </a:r>
            <a:r>
              <a:rPr lang="en-IN" sz="2400" b="1" dirty="0">
                <a:solidFill>
                  <a:schemeClr val="accent6">
                    <a:lumMod val="10000"/>
                  </a:schemeClr>
                </a:solidFill>
              </a:rPr>
              <a:t> in the </a:t>
            </a:r>
            <a:r>
              <a:rPr lang="en-IN" sz="2400" b="1" dirty="0" err="1">
                <a:solidFill>
                  <a:schemeClr val="accent6">
                    <a:lumMod val="10000"/>
                  </a:schemeClr>
                </a:solidFill>
              </a:rPr>
              <a:t>temple.Those</a:t>
            </a:r>
            <a:r>
              <a:rPr lang="en-IN" sz="2400" b="1" dirty="0">
                <a:solidFill>
                  <a:schemeClr val="accent6">
                    <a:lumMod val="10000"/>
                  </a:schemeClr>
                </a:solidFill>
              </a:rPr>
              <a:t> five </a:t>
            </a:r>
            <a:r>
              <a:rPr lang="en-IN" sz="2400" b="1" dirty="0" err="1">
                <a:solidFill>
                  <a:schemeClr val="accent6">
                    <a:lumMod val="10000"/>
                  </a:schemeClr>
                </a:solidFill>
              </a:rPr>
              <a:t>linga’s</a:t>
            </a:r>
            <a:r>
              <a:rPr lang="en-IN" sz="2400" b="1" dirty="0">
                <a:solidFill>
                  <a:schemeClr val="accent6">
                    <a:lumMod val="10000"/>
                  </a:schemeClr>
                </a:solidFill>
              </a:rPr>
              <a:t> are: </a:t>
            </a:r>
            <a:r>
              <a:rPr lang="en-IN" sz="2400" b="1" dirty="0" err="1">
                <a:solidFill>
                  <a:schemeClr val="accent6">
                    <a:lumMod val="10000"/>
                  </a:schemeClr>
                </a:solidFill>
              </a:rPr>
              <a:t>Vamadeva,Thatpurusha</a:t>
            </a:r>
            <a:r>
              <a:rPr lang="en-IN" sz="2400" b="1" dirty="0">
                <a:solidFill>
                  <a:schemeClr val="accent6">
                    <a:lumMod val="10000"/>
                  </a:schemeClr>
                </a:solidFill>
              </a:rPr>
              <a:t>, </a:t>
            </a:r>
            <a:r>
              <a:rPr lang="en-IN" sz="2400" b="1" dirty="0" err="1">
                <a:solidFill>
                  <a:schemeClr val="accent6">
                    <a:lumMod val="10000"/>
                  </a:schemeClr>
                </a:solidFill>
              </a:rPr>
              <a:t>Aghora</a:t>
            </a:r>
            <a:r>
              <a:rPr lang="en-IN" sz="2400" b="1" dirty="0">
                <a:solidFill>
                  <a:schemeClr val="accent6">
                    <a:lumMod val="10000"/>
                  </a:schemeClr>
                </a:solidFill>
              </a:rPr>
              <a:t>, </a:t>
            </a:r>
            <a:r>
              <a:rPr lang="en-IN" sz="2400" b="1" dirty="0" err="1">
                <a:solidFill>
                  <a:schemeClr val="accent6">
                    <a:lumMod val="10000"/>
                  </a:schemeClr>
                </a:solidFill>
              </a:rPr>
              <a:t>Sadyojatha</a:t>
            </a:r>
            <a:r>
              <a:rPr lang="en-IN" sz="2400" b="1" dirty="0">
                <a:solidFill>
                  <a:schemeClr val="accent6">
                    <a:lumMod val="10000"/>
                  </a:schemeClr>
                </a:solidFill>
              </a:rPr>
              <a:t> and Ishana.</a:t>
            </a:r>
          </a:p>
          <a:p>
            <a:r>
              <a:rPr lang="en-IN" sz="2400" b="1" dirty="0">
                <a:solidFill>
                  <a:schemeClr val="accent6">
                    <a:lumMod val="10000"/>
                  </a:schemeClr>
                </a:solidFill>
              </a:rPr>
              <a:t>According to the local mythology it is said that the temple is related with Pancha Pandavas and they are the once who place these five </a:t>
            </a:r>
            <a:r>
              <a:rPr lang="en-IN" sz="2400" b="1" dirty="0" err="1">
                <a:solidFill>
                  <a:schemeClr val="accent6">
                    <a:lumMod val="10000"/>
                  </a:schemeClr>
                </a:solidFill>
              </a:rPr>
              <a:t>linga’s</a:t>
            </a:r>
            <a:r>
              <a:rPr lang="en-IN" sz="2400" b="1" dirty="0">
                <a:solidFill>
                  <a:schemeClr val="accent6">
                    <a:lumMod val="10000"/>
                  </a:schemeClr>
                </a:solidFill>
              </a:rPr>
              <a:t> for their worship during their </a:t>
            </a:r>
            <a:r>
              <a:rPr lang="en-IN" sz="2400" b="1" dirty="0" err="1">
                <a:solidFill>
                  <a:schemeClr val="accent6">
                    <a:lumMod val="10000"/>
                  </a:schemeClr>
                </a:solidFill>
              </a:rPr>
              <a:t>vanavas</a:t>
            </a:r>
            <a:r>
              <a:rPr lang="en-IN" sz="2400" b="1" dirty="0">
                <a:solidFill>
                  <a:schemeClr val="accent6">
                    <a:lumMod val="10000"/>
                  </a:schemeClr>
                </a:solidFill>
              </a:rPr>
              <a:t>.</a:t>
            </a:r>
          </a:p>
          <a:p>
            <a:r>
              <a:rPr lang="en-US" sz="2400" b="1" dirty="0">
                <a:solidFill>
                  <a:schemeClr val="accent6">
                    <a:lumMod val="10000"/>
                  </a:schemeClr>
                </a:solidFill>
              </a:rPr>
              <a:t>The temple is currently under the rule of </a:t>
            </a:r>
            <a:r>
              <a:rPr lang="en-US" sz="2400" b="1" dirty="0" err="1">
                <a:solidFill>
                  <a:schemeClr val="accent6">
                    <a:lumMod val="10000"/>
                  </a:schemeClr>
                </a:solidFill>
              </a:rPr>
              <a:t>Vitla</a:t>
            </a:r>
            <a:r>
              <a:rPr lang="en-US" sz="2400" b="1" dirty="0">
                <a:solidFill>
                  <a:schemeClr val="accent6">
                    <a:lumMod val="10000"/>
                  </a:schemeClr>
                </a:solidFill>
              </a:rPr>
              <a:t> Seema Arasu family that is </a:t>
            </a:r>
            <a:r>
              <a:rPr lang="en-US" sz="2400" b="1" dirty="0" err="1">
                <a:solidFill>
                  <a:schemeClr val="accent6">
                    <a:lumMod val="10000"/>
                  </a:schemeClr>
                </a:solidFill>
              </a:rPr>
              <a:t>Dombahegade</a:t>
            </a:r>
            <a:r>
              <a:rPr lang="en-US" sz="2400" b="1" dirty="0">
                <a:solidFill>
                  <a:schemeClr val="accent6">
                    <a:lumMod val="10000"/>
                  </a:schemeClr>
                </a:solidFill>
              </a:rPr>
              <a:t> royal family.</a:t>
            </a:r>
            <a:endParaRPr lang="en-IN" sz="2400" b="1" dirty="0">
              <a:solidFill>
                <a:schemeClr val="accent6">
                  <a:lumMod val="10000"/>
                </a:schemeClr>
              </a:solidFill>
            </a:endParaRPr>
          </a:p>
          <a:p>
            <a:endParaRPr lang="en-IN" sz="2000" b="1" dirty="0"/>
          </a:p>
        </p:txBody>
      </p:sp>
      <p:sp>
        <p:nvSpPr>
          <p:cNvPr id="7" name="Slide Number Placeholder 6">
            <a:extLst>
              <a:ext uri="{FF2B5EF4-FFF2-40B4-BE49-F238E27FC236}">
                <a16:creationId xmlns:a16="http://schemas.microsoft.com/office/drawing/2014/main" id="{15263453-B7A6-4E59-85FF-989CD1A210CF}"/>
              </a:ext>
            </a:extLst>
          </p:cNvPr>
          <p:cNvSpPr>
            <a:spLocks noGrp="1"/>
          </p:cNvSpPr>
          <p:nvPr>
            <p:ph type="sldNum" sz="quarter" idx="12"/>
          </p:nvPr>
        </p:nvSpPr>
        <p:spPr/>
        <p:txBody>
          <a:bodyPr/>
          <a:lstStyle/>
          <a:p>
            <a:fld id="{58FB4751-880F-D840-AAA9-3A15815CC996}" type="slidenum">
              <a:rPr lang="en-US" smtClean="0"/>
              <a:t>4</a:t>
            </a:fld>
            <a:endParaRPr lang="en-US" dirty="0"/>
          </a:p>
        </p:txBody>
      </p:sp>
      <p:pic>
        <p:nvPicPr>
          <p:cNvPr id="9" name="Picture 8">
            <a:extLst>
              <a:ext uri="{FF2B5EF4-FFF2-40B4-BE49-F238E27FC236}">
                <a16:creationId xmlns:a16="http://schemas.microsoft.com/office/drawing/2014/main" id="{11F5ED65-D8E5-51C8-E12C-264F3A4C5656}"/>
              </a:ext>
            </a:extLst>
          </p:cNvPr>
          <p:cNvPicPr>
            <a:picLocks noChangeAspect="1"/>
          </p:cNvPicPr>
          <p:nvPr/>
        </p:nvPicPr>
        <p:blipFill>
          <a:blip r:embed="rId2"/>
          <a:stretch>
            <a:fillRect/>
          </a:stretch>
        </p:blipFill>
        <p:spPr>
          <a:xfrm>
            <a:off x="6929718" y="1378088"/>
            <a:ext cx="4900905" cy="3675679"/>
          </a:xfrm>
          <a:prstGeom prst="rect">
            <a:avLst/>
          </a:prstGeom>
        </p:spPr>
      </p:pic>
    </p:spTree>
    <p:extLst>
      <p:ext uri="{BB962C8B-B14F-4D97-AF65-F5344CB8AC3E}">
        <p14:creationId xmlns:p14="http://schemas.microsoft.com/office/powerpoint/2010/main" val="3750039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8CD76FF-33C8-11AA-490C-AA7BAB506C9B}"/>
              </a:ext>
            </a:extLst>
          </p:cNvPr>
          <p:cNvSpPr>
            <a:spLocks noGrp="1"/>
          </p:cNvSpPr>
          <p:nvPr>
            <p:ph type="sldNum" sz="quarter" idx="12"/>
          </p:nvPr>
        </p:nvSpPr>
        <p:spPr/>
        <p:txBody>
          <a:bodyPr/>
          <a:lstStyle/>
          <a:p>
            <a:fld id="{58FB4751-880F-D840-AAA9-3A15815CC996}" type="slidenum">
              <a:rPr lang="en-US" smtClean="0"/>
              <a:t>5</a:t>
            </a:fld>
            <a:endParaRPr lang="en-US" dirty="0"/>
          </a:p>
        </p:txBody>
      </p:sp>
      <p:pic>
        <p:nvPicPr>
          <p:cNvPr id="9" name="Picture 8">
            <a:extLst>
              <a:ext uri="{FF2B5EF4-FFF2-40B4-BE49-F238E27FC236}">
                <a16:creationId xmlns:a16="http://schemas.microsoft.com/office/drawing/2014/main" id="{49EBE983-580E-5FC6-3589-757B6E2900C1}"/>
              </a:ext>
            </a:extLst>
          </p:cNvPr>
          <p:cNvPicPr>
            <a:picLocks noChangeAspect="1"/>
          </p:cNvPicPr>
          <p:nvPr/>
        </p:nvPicPr>
        <p:blipFill>
          <a:blip r:embed="rId2"/>
          <a:stretch>
            <a:fillRect/>
          </a:stretch>
        </p:blipFill>
        <p:spPr>
          <a:xfrm>
            <a:off x="3569215" y="3224169"/>
            <a:ext cx="4221113" cy="3028611"/>
          </a:xfrm>
          <a:prstGeom prst="rect">
            <a:avLst/>
          </a:prstGeom>
        </p:spPr>
      </p:pic>
      <p:pic>
        <p:nvPicPr>
          <p:cNvPr id="11" name="Picture 10">
            <a:extLst>
              <a:ext uri="{FF2B5EF4-FFF2-40B4-BE49-F238E27FC236}">
                <a16:creationId xmlns:a16="http://schemas.microsoft.com/office/drawing/2014/main" id="{5A3363B9-B5C1-BE26-7983-2A6BB9458922}"/>
              </a:ext>
            </a:extLst>
          </p:cNvPr>
          <p:cNvPicPr>
            <a:picLocks noChangeAspect="1"/>
          </p:cNvPicPr>
          <p:nvPr/>
        </p:nvPicPr>
        <p:blipFill>
          <a:blip r:embed="rId3"/>
          <a:stretch>
            <a:fillRect/>
          </a:stretch>
        </p:blipFill>
        <p:spPr>
          <a:xfrm>
            <a:off x="7198371" y="430856"/>
            <a:ext cx="4302141" cy="2581285"/>
          </a:xfrm>
          <a:prstGeom prst="rect">
            <a:avLst/>
          </a:prstGeom>
        </p:spPr>
      </p:pic>
      <p:pic>
        <p:nvPicPr>
          <p:cNvPr id="13" name="Picture 12">
            <a:extLst>
              <a:ext uri="{FF2B5EF4-FFF2-40B4-BE49-F238E27FC236}">
                <a16:creationId xmlns:a16="http://schemas.microsoft.com/office/drawing/2014/main" id="{1E621AC6-0260-DB19-80A3-E5392BBD52DE}"/>
              </a:ext>
            </a:extLst>
          </p:cNvPr>
          <p:cNvPicPr>
            <a:picLocks noChangeAspect="1"/>
          </p:cNvPicPr>
          <p:nvPr/>
        </p:nvPicPr>
        <p:blipFill>
          <a:blip r:embed="rId4"/>
          <a:stretch>
            <a:fillRect/>
          </a:stretch>
        </p:blipFill>
        <p:spPr>
          <a:xfrm>
            <a:off x="332326" y="241362"/>
            <a:ext cx="3979698" cy="2770779"/>
          </a:xfrm>
          <a:prstGeom prst="rect">
            <a:avLst/>
          </a:prstGeom>
        </p:spPr>
      </p:pic>
    </p:spTree>
    <p:extLst>
      <p:ext uri="{BB962C8B-B14F-4D97-AF65-F5344CB8AC3E}">
        <p14:creationId xmlns:p14="http://schemas.microsoft.com/office/powerpoint/2010/main" val="2959490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77BF835-AB74-9914-D5DB-A1ED42D73AAA}"/>
              </a:ext>
            </a:extLst>
          </p:cNvPr>
          <p:cNvSpPr>
            <a:spLocks noGrp="1"/>
          </p:cNvSpPr>
          <p:nvPr>
            <p:ph type="sldNum" sz="quarter" idx="12"/>
          </p:nvPr>
        </p:nvSpPr>
        <p:spPr/>
        <p:txBody>
          <a:bodyPr/>
          <a:lstStyle/>
          <a:p>
            <a:fld id="{58FB4751-880F-D840-AAA9-3A15815CC996}" type="slidenum">
              <a:rPr lang="en-US" smtClean="0"/>
              <a:t>6</a:t>
            </a:fld>
            <a:endParaRPr lang="en-US" dirty="0"/>
          </a:p>
        </p:txBody>
      </p:sp>
      <p:pic>
        <p:nvPicPr>
          <p:cNvPr id="9" name="Picture 8">
            <a:extLst>
              <a:ext uri="{FF2B5EF4-FFF2-40B4-BE49-F238E27FC236}">
                <a16:creationId xmlns:a16="http://schemas.microsoft.com/office/drawing/2014/main" id="{E2B2DEC4-6745-35DC-3D65-C98116A6510A}"/>
              </a:ext>
            </a:extLst>
          </p:cNvPr>
          <p:cNvPicPr>
            <a:picLocks noChangeAspect="1"/>
          </p:cNvPicPr>
          <p:nvPr/>
        </p:nvPicPr>
        <p:blipFill>
          <a:blip r:embed="rId2"/>
          <a:stretch>
            <a:fillRect/>
          </a:stretch>
        </p:blipFill>
        <p:spPr>
          <a:xfrm>
            <a:off x="6842579" y="1383855"/>
            <a:ext cx="5172637" cy="3879477"/>
          </a:xfrm>
          <a:prstGeom prst="rect">
            <a:avLst/>
          </a:prstGeom>
        </p:spPr>
      </p:pic>
      <p:sp>
        <p:nvSpPr>
          <p:cNvPr id="11" name="TextBox 10">
            <a:extLst>
              <a:ext uri="{FF2B5EF4-FFF2-40B4-BE49-F238E27FC236}">
                <a16:creationId xmlns:a16="http://schemas.microsoft.com/office/drawing/2014/main" id="{4E743310-09F5-F02D-59E4-45D153E9A4ED}"/>
              </a:ext>
            </a:extLst>
          </p:cNvPr>
          <p:cNvSpPr txBox="1"/>
          <p:nvPr/>
        </p:nvSpPr>
        <p:spPr>
          <a:xfrm>
            <a:off x="528918" y="1476935"/>
            <a:ext cx="5871882" cy="3693319"/>
          </a:xfrm>
          <a:prstGeom prst="rect">
            <a:avLst/>
          </a:prstGeom>
          <a:noFill/>
        </p:spPr>
        <p:txBody>
          <a:bodyPr wrap="square" rtlCol="0">
            <a:spAutoFit/>
          </a:bodyPr>
          <a:lstStyle/>
          <a:p>
            <a:r>
              <a:rPr lang="en-IN" sz="2400" b="1" u="sng" dirty="0">
                <a:solidFill>
                  <a:schemeClr val="accent6">
                    <a:lumMod val="10000"/>
                  </a:schemeClr>
                </a:solidFill>
              </a:rPr>
              <a:t>Architecture:</a:t>
            </a:r>
          </a:p>
          <a:p>
            <a:r>
              <a:rPr lang="en-IN" sz="2400" b="1" dirty="0">
                <a:solidFill>
                  <a:schemeClr val="accent6">
                    <a:lumMod val="10000"/>
                  </a:schemeClr>
                </a:solidFill>
              </a:rPr>
              <a:t>Shree </a:t>
            </a:r>
            <a:r>
              <a:rPr lang="en-IN" sz="2400" b="1" dirty="0" err="1">
                <a:solidFill>
                  <a:schemeClr val="accent6">
                    <a:lumMod val="10000"/>
                  </a:schemeClr>
                </a:solidFill>
              </a:rPr>
              <a:t>Punchalingeshwara</a:t>
            </a:r>
            <a:r>
              <a:rPr lang="en-IN" sz="2400" b="1" dirty="0">
                <a:solidFill>
                  <a:schemeClr val="accent6">
                    <a:lumMod val="10000"/>
                  </a:schemeClr>
                </a:solidFill>
              </a:rPr>
              <a:t> temple is having a special architecture known as “</a:t>
            </a:r>
            <a:r>
              <a:rPr lang="en-IN" sz="2400" b="1" dirty="0" err="1">
                <a:solidFill>
                  <a:schemeClr val="accent6">
                    <a:lumMod val="10000"/>
                  </a:schemeClr>
                </a:solidFill>
              </a:rPr>
              <a:t>Gaja</a:t>
            </a:r>
            <a:r>
              <a:rPr lang="en-IN" sz="2400" b="1" dirty="0">
                <a:solidFill>
                  <a:schemeClr val="accent6">
                    <a:lumMod val="10000"/>
                  </a:schemeClr>
                </a:solidFill>
              </a:rPr>
              <a:t> </a:t>
            </a:r>
            <a:r>
              <a:rPr lang="en-IN" sz="2400" b="1" dirty="0" err="1">
                <a:solidFill>
                  <a:schemeClr val="accent6">
                    <a:lumMod val="10000"/>
                  </a:schemeClr>
                </a:solidFill>
              </a:rPr>
              <a:t>Prusta</a:t>
            </a:r>
            <a:r>
              <a:rPr lang="en-IN" sz="2400" b="1" dirty="0">
                <a:solidFill>
                  <a:schemeClr val="accent6">
                    <a:lumMod val="10000"/>
                  </a:schemeClr>
                </a:solidFill>
              </a:rPr>
              <a:t>”, that is it looks like the back of an elephant.</a:t>
            </a:r>
          </a:p>
          <a:p>
            <a:r>
              <a:rPr lang="en-IN" sz="2400" b="1" u="sng" dirty="0">
                <a:solidFill>
                  <a:schemeClr val="accent6">
                    <a:lumMod val="10000"/>
                  </a:schemeClr>
                </a:solidFill>
              </a:rPr>
              <a:t>Major pooja events:</a:t>
            </a:r>
          </a:p>
          <a:p>
            <a:r>
              <a:rPr lang="en-IN" sz="2400" b="1" dirty="0">
                <a:solidFill>
                  <a:schemeClr val="accent6">
                    <a:lumMod val="10000"/>
                  </a:schemeClr>
                </a:solidFill>
              </a:rPr>
              <a:t>*</a:t>
            </a:r>
            <a:r>
              <a:rPr lang="en-IN" sz="2400" b="1" dirty="0" err="1">
                <a:solidFill>
                  <a:schemeClr val="accent6">
                    <a:lumMod val="10000"/>
                  </a:schemeClr>
                </a:solidFill>
              </a:rPr>
              <a:t>Lakshadeepotsava</a:t>
            </a:r>
            <a:endParaRPr lang="en-IN" sz="2400" b="1" dirty="0">
              <a:solidFill>
                <a:schemeClr val="accent6">
                  <a:lumMod val="10000"/>
                </a:schemeClr>
              </a:solidFill>
            </a:endParaRPr>
          </a:p>
          <a:p>
            <a:r>
              <a:rPr lang="en-IN" sz="2400" b="1" dirty="0">
                <a:solidFill>
                  <a:schemeClr val="accent6">
                    <a:lumMod val="10000"/>
                  </a:schemeClr>
                </a:solidFill>
              </a:rPr>
              <a:t>*Dhanu pooja</a:t>
            </a:r>
          </a:p>
          <a:p>
            <a:r>
              <a:rPr lang="en-IN" sz="2400" b="1" dirty="0">
                <a:solidFill>
                  <a:schemeClr val="accent6">
                    <a:lumMod val="10000"/>
                  </a:schemeClr>
                </a:solidFill>
              </a:rPr>
              <a:t>*</a:t>
            </a:r>
            <a:r>
              <a:rPr lang="en-IN" sz="2400" b="1" dirty="0" err="1">
                <a:solidFill>
                  <a:schemeClr val="accent6">
                    <a:lumMod val="10000"/>
                  </a:schemeClr>
                </a:solidFill>
              </a:rPr>
              <a:t>Navarathri</a:t>
            </a:r>
            <a:r>
              <a:rPr lang="en-IN" sz="2400" b="1" dirty="0">
                <a:solidFill>
                  <a:schemeClr val="accent6">
                    <a:lumMod val="10000"/>
                  </a:schemeClr>
                </a:solidFill>
              </a:rPr>
              <a:t> pooja</a:t>
            </a:r>
          </a:p>
          <a:p>
            <a:r>
              <a:rPr lang="en-IN" sz="2400" b="1" dirty="0">
                <a:solidFill>
                  <a:schemeClr val="accent6">
                    <a:lumMod val="10000"/>
                  </a:schemeClr>
                </a:solidFill>
              </a:rPr>
              <a:t>*</a:t>
            </a:r>
            <a:r>
              <a:rPr lang="en-IN" sz="2400" b="1" dirty="0" err="1">
                <a:solidFill>
                  <a:schemeClr val="accent6">
                    <a:lumMod val="10000"/>
                  </a:schemeClr>
                </a:solidFill>
              </a:rPr>
              <a:t>Maharathotsava</a:t>
            </a:r>
            <a:endParaRPr lang="en-IN" sz="2400" b="1" dirty="0">
              <a:solidFill>
                <a:schemeClr val="accent6">
                  <a:lumMod val="10000"/>
                </a:schemeClr>
              </a:solidFill>
            </a:endParaRPr>
          </a:p>
          <a:p>
            <a:endParaRPr lang="en-IN" b="1" dirty="0"/>
          </a:p>
        </p:txBody>
      </p:sp>
    </p:spTree>
    <p:extLst>
      <p:ext uri="{BB962C8B-B14F-4D97-AF65-F5344CB8AC3E}">
        <p14:creationId xmlns:p14="http://schemas.microsoft.com/office/powerpoint/2010/main" val="4131510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E65B8-B370-43E0-362D-DC65A848DFAB}"/>
              </a:ext>
            </a:extLst>
          </p:cNvPr>
          <p:cNvSpPr>
            <a:spLocks noGrp="1"/>
          </p:cNvSpPr>
          <p:nvPr>
            <p:ph type="title"/>
          </p:nvPr>
        </p:nvSpPr>
        <p:spPr>
          <a:xfrm>
            <a:off x="365760" y="336535"/>
            <a:ext cx="6502620" cy="676656"/>
          </a:xfrm>
        </p:spPr>
        <p:txBody>
          <a:bodyPr/>
          <a:lstStyle/>
          <a:p>
            <a:r>
              <a:rPr lang="en-IN" dirty="0"/>
              <a:t>Craft Corner:</a:t>
            </a:r>
          </a:p>
        </p:txBody>
      </p:sp>
      <p:sp>
        <p:nvSpPr>
          <p:cNvPr id="7" name="Slide Number Placeholder 6">
            <a:extLst>
              <a:ext uri="{FF2B5EF4-FFF2-40B4-BE49-F238E27FC236}">
                <a16:creationId xmlns:a16="http://schemas.microsoft.com/office/drawing/2014/main" id="{1979F25B-F153-213D-6FF7-167FAF55B36D}"/>
              </a:ext>
            </a:extLst>
          </p:cNvPr>
          <p:cNvSpPr>
            <a:spLocks noGrp="1"/>
          </p:cNvSpPr>
          <p:nvPr>
            <p:ph type="sldNum" sz="quarter" idx="12"/>
          </p:nvPr>
        </p:nvSpPr>
        <p:spPr/>
        <p:txBody>
          <a:bodyPr/>
          <a:lstStyle/>
          <a:p>
            <a:fld id="{58FB4751-880F-D840-AAA9-3A15815CC996}" type="slidenum">
              <a:rPr lang="en-US" smtClean="0"/>
              <a:t>7</a:t>
            </a:fld>
            <a:endParaRPr lang="en-US" dirty="0"/>
          </a:p>
        </p:txBody>
      </p:sp>
      <p:sp>
        <p:nvSpPr>
          <p:cNvPr id="10" name="TextBox 9">
            <a:extLst>
              <a:ext uri="{FF2B5EF4-FFF2-40B4-BE49-F238E27FC236}">
                <a16:creationId xmlns:a16="http://schemas.microsoft.com/office/drawing/2014/main" id="{4AE64BF6-A412-C8A7-9DA2-2F261929E740}"/>
              </a:ext>
            </a:extLst>
          </p:cNvPr>
          <p:cNvSpPr txBox="1"/>
          <p:nvPr/>
        </p:nvSpPr>
        <p:spPr>
          <a:xfrm>
            <a:off x="430306" y="1083678"/>
            <a:ext cx="6615953" cy="1569660"/>
          </a:xfrm>
          <a:prstGeom prst="rect">
            <a:avLst/>
          </a:prstGeom>
          <a:noFill/>
        </p:spPr>
        <p:txBody>
          <a:bodyPr wrap="square" rtlCol="0">
            <a:spAutoFit/>
          </a:bodyPr>
          <a:lstStyle/>
          <a:p>
            <a:r>
              <a:rPr lang="en-IN" sz="2400" b="1" u="sng" dirty="0">
                <a:solidFill>
                  <a:schemeClr val="accent6">
                    <a:lumMod val="10000"/>
                  </a:schemeClr>
                </a:solidFill>
              </a:rPr>
              <a:t>Waste coconut shell</a:t>
            </a:r>
            <a:r>
              <a:rPr lang="en-IN" sz="2400" b="1" u="sng" dirty="0">
                <a:effectLst>
                  <a:outerShdw blurRad="38100" dist="38100" dir="2700000" algn="tl">
                    <a:srgbClr val="000000">
                      <a:alpha val="43137"/>
                    </a:srgbClr>
                  </a:outerShdw>
                </a:effectLst>
              </a:rPr>
              <a:t>:</a:t>
            </a:r>
          </a:p>
          <a:p>
            <a:r>
              <a:rPr lang="en-IN" b="1" dirty="0">
                <a:solidFill>
                  <a:schemeClr val="accent6">
                    <a:lumMod val="10000"/>
                  </a:schemeClr>
                </a:solidFill>
              </a:rPr>
              <a:t>After the usage coconut, the shells can be reused for various purpose</a:t>
            </a:r>
          </a:p>
          <a:p>
            <a:r>
              <a:rPr lang="en-IN" b="1" dirty="0">
                <a:solidFill>
                  <a:schemeClr val="accent6">
                    <a:lumMod val="10000"/>
                  </a:schemeClr>
                </a:solidFill>
              </a:rPr>
              <a:t>like for kitchen appliances and for the decoration purposes. The shells are cleaned and polished using sand paper and used to make eco-friendly appliances </a:t>
            </a:r>
          </a:p>
        </p:txBody>
      </p:sp>
      <p:pic>
        <p:nvPicPr>
          <p:cNvPr id="12" name="Picture 11">
            <a:extLst>
              <a:ext uri="{FF2B5EF4-FFF2-40B4-BE49-F238E27FC236}">
                <a16:creationId xmlns:a16="http://schemas.microsoft.com/office/drawing/2014/main" id="{5994B464-9C03-ED54-799A-B2D92B728512}"/>
              </a:ext>
            </a:extLst>
          </p:cNvPr>
          <p:cNvPicPr>
            <a:picLocks noChangeAspect="1"/>
          </p:cNvPicPr>
          <p:nvPr/>
        </p:nvPicPr>
        <p:blipFill>
          <a:blip r:embed="rId2"/>
          <a:stretch>
            <a:fillRect/>
          </a:stretch>
        </p:blipFill>
        <p:spPr>
          <a:xfrm>
            <a:off x="430306" y="2723825"/>
            <a:ext cx="3588871" cy="3348320"/>
          </a:xfrm>
          <a:prstGeom prst="rect">
            <a:avLst/>
          </a:prstGeom>
        </p:spPr>
      </p:pic>
      <p:pic>
        <p:nvPicPr>
          <p:cNvPr id="14" name="Picture 13">
            <a:extLst>
              <a:ext uri="{FF2B5EF4-FFF2-40B4-BE49-F238E27FC236}">
                <a16:creationId xmlns:a16="http://schemas.microsoft.com/office/drawing/2014/main" id="{C2BCBBA9-47E0-B457-6199-D7E201A7B9C8}"/>
              </a:ext>
            </a:extLst>
          </p:cNvPr>
          <p:cNvPicPr>
            <a:picLocks noChangeAspect="1"/>
          </p:cNvPicPr>
          <p:nvPr/>
        </p:nvPicPr>
        <p:blipFill>
          <a:blip r:embed="rId3"/>
          <a:stretch>
            <a:fillRect/>
          </a:stretch>
        </p:blipFill>
        <p:spPr>
          <a:xfrm>
            <a:off x="9396658" y="802700"/>
            <a:ext cx="2500932" cy="5033324"/>
          </a:xfrm>
          <a:prstGeom prst="rect">
            <a:avLst/>
          </a:prstGeom>
        </p:spPr>
      </p:pic>
      <p:pic>
        <p:nvPicPr>
          <p:cNvPr id="16" name="Picture 15">
            <a:extLst>
              <a:ext uri="{FF2B5EF4-FFF2-40B4-BE49-F238E27FC236}">
                <a16:creationId xmlns:a16="http://schemas.microsoft.com/office/drawing/2014/main" id="{E25A4F78-E1C7-2EBA-C93A-48813CC1A734}"/>
              </a:ext>
            </a:extLst>
          </p:cNvPr>
          <p:cNvPicPr>
            <a:picLocks noChangeAspect="1"/>
          </p:cNvPicPr>
          <p:nvPr/>
        </p:nvPicPr>
        <p:blipFill>
          <a:blip r:embed="rId4"/>
          <a:stretch>
            <a:fillRect/>
          </a:stretch>
        </p:blipFill>
        <p:spPr>
          <a:xfrm>
            <a:off x="4611171" y="3137883"/>
            <a:ext cx="4193492" cy="2358839"/>
          </a:xfrm>
          <a:prstGeom prst="rect">
            <a:avLst/>
          </a:prstGeom>
        </p:spPr>
      </p:pic>
    </p:spTree>
    <p:extLst>
      <p:ext uri="{BB962C8B-B14F-4D97-AF65-F5344CB8AC3E}">
        <p14:creationId xmlns:p14="http://schemas.microsoft.com/office/powerpoint/2010/main" val="1475572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84C17-9993-46FB-5F5D-997559CBDB91}"/>
              </a:ext>
            </a:extLst>
          </p:cNvPr>
          <p:cNvSpPr>
            <a:spLocks noGrp="1"/>
          </p:cNvSpPr>
          <p:nvPr>
            <p:ph type="title"/>
          </p:nvPr>
        </p:nvSpPr>
        <p:spPr>
          <a:xfrm>
            <a:off x="367553" y="224117"/>
            <a:ext cx="7252447" cy="1299883"/>
          </a:xfrm>
        </p:spPr>
        <p:txBody>
          <a:bodyPr/>
          <a:lstStyle/>
          <a:p>
            <a:r>
              <a:rPr lang="en-IN" dirty="0">
                <a:solidFill>
                  <a:schemeClr val="accent6">
                    <a:lumMod val="10000"/>
                  </a:schemeClr>
                </a:solidFill>
              </a:rPr>
              <a:t>3.Organic farming and waste management:</a:t>
            </a:r>
          </a:p>
        </p:txBody>
      </p:sp>
      <p:sp>
        <p:nvSpPr>
          <p:cNvPr id="3" name="Text Placeholder 2">
            <a:extLst>
              <a:ext uri="{FF2B5EF4-FFF2-40B4-BE49-F238E27FC236}">
                <a16:creationId xmlns:a16="http://schemas.microsoft.com/office/drawing/2014/main" id="{49C93C30-1E48-33DC-6657-1EFE3F73BBC9}"/>
              </a:ext>
            </a:extLst>
          </p:cNvPr>
          <p:cNvSpPr>
            <a:spLocks noGrp="1"/>
          </p:cNvSpPr>
          <p:nvPr>
            <p:ph type="body" sz="half" idx="2"/>
          </p:nvPr>
        </p:nvSpPr>
        <p:spPr>
          <a:xfrm>
            <a:off x="484094" y="1748117"/>
            <a:ext cx="6355977" cy="4177554"/>
          </a:xfrm>
        </p:spPr>
        <p:txBody>
          <a:bodyPr>
            <a:normAutofit lnSpcReduction="10000"/>
          </a:bodyPr>
          <a:lstStyle/>
          <a:p>
            <a:r>
              <a:rPr lang="en-IN" sz="2400" b="1" dirty="0">
                <a:solidFill>
                  <a:schemeClr val="accent6">
                    <a:lumMod val="10000"/>
                  </a:schemeClr>
                </a:solidFill>
              </a:rPr>
              <a:t>For the farming and waste management , I visited a local farmer who grows  rice crops, coconut and areca nut, banana tree and some of the vegetable like eggplant, lady’s finger and spinach.</a:t>
            </a:r>
          </a:p>
          <a:p>
            <a:r>
              <a:rPr lang="en-IN" sz="2400" b="1" dirty="0">
                <a:solidFill>
                  <a:schemeClr val="accent6">
                    <a:lumMod val="10000"/>
                  </a:schemeClr>
                </a:solidFill>
              </a:rPr>
              <a:t>They the also have cow farming. The edible waste like grass and all are fed to the cows. And the animal waste that is cow dung produced are then mixed with soil and other farming waste to get composed cow manure which are then used for plants and veggies which acts as a natural fertiliser which provides nutrients and minerals to the crops without adding any harmful effects to the plants</a:t>
            </a:r>
          </a:p>
          <a:p>
            <a:endParaRPr lang="en-IN" dirty="0">
              <a:solidFill>
                <a:schemeClr val="accent6">
                  <a:lumMod val="10000"/>
                </a:schemeClr>
              </a:solidFill>
            </a:endParaRPr>
          </a:p>
        </p:txBody>
      </p:sp>
      <p:sp>
        <p:nvSpPr>
          <p:cNvPr id="7" name="Slide Number Placeholder 6">
            <a:extLst>
              <a:ext uri="{FF2B5EF4-FFF2-40B4-BE49-F238E27FC236}">
                <a16:creationId xmlns:a16="http://schemas.microsoft.com/office/drawing/2014/main" id="{CE75C132-2D41-8E3E-F209-85A98A33AFAF}"/>
              </a:ext>
            </a:extLst>
          </p:cNvPr>
          <p:cNvSpPr>
            <a:spLocks noGrp="1"/>
          </p:cNvSpPr>
          <p:nvPr>
            <p:ph type="sldNum" sz="quarter" idx="12"/>
          </p:nvPr>
        </p:nvSpPr>
        <p:spPr/>
        <p:txBody>
          <a:bodyPr/>
          <a:lstStyle/>
          <a:p>
            <a:fld id="{58FB4751-880F-D840-AAA9-3A15815CC996}" type="slidenum">
              <a:rPr lang="en-US" smtClean="0"/>
              <a:t>8</a:t>
            </a:fld>
            <a:endParaRPr lang="en-US" dirty="0"/>
          </a:p>
        </p:txBody>
      </p:sp>
      <p:pic>
        <p:nvPicPr>
          <p:cNvPr id="9" name="Picture 8">
            <a:extLst>
              <a:ext uri="{FF2B5EF4-FFF2-40B4-BE49-F238E27FC236}">
                <a16:creationId xmlns:a16="http://schemas.microsoft.com/office/drawing/2014/main" id="{5F7EBCC9-C004-EB6A-CEDE-8EE2D9F511E7}"/>
              </a:ext>
            </a:extLst>
          </p:cNvPr>
          <p:cNvPicPr>
            <a:picLocks noChangeAspect="1"/>
          </p:cNvPicPr>
          <p:nvPr/>
        </p:nvPicPr>
        <p:blipFill>
          <a:blip r:embed="rId2"/>
          <a:stretch>
            <a:fillRect/>
          </a:stretch>
        </p:blipFill>
        <p:spPr>
          <a:xfrm>
            <a:off x="7620000" y="1748117"/>
            <a:ext cx="4285129" cy="3213847"/>
          </a:xfrm>
          <a:prstGeom prst="rect">
            <a:avLst/>
          </a:prstGeom>
        </p:spPr>
      </p:pic>
    </p:spTree>
    <p:extLst>
      <p:ext uri="{BB962C8B-B14F-4D97-AF65-F5344CB8AC3E}">
        <p14:creationId xmlns:p14="http://schemas.microsoft.com/office/powerpoint/2010/main" val="1079070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6674637-4010-99E7-DD02-741A5CFC0EFF}"/>
              </a:ext>
            </a:extLst>
          </p:cNvPr>
          <p:cNvSpPr>
            <a:spLocks noGrp="1"/>
          </p:cNvSpPr>
          <p:nvPr>
            <p:ph type="sldNum" sz="quarter" idx="12"/>
          </p:nvPr>
        </p:nvSpPr>
        <p:spPr/>
        <p:txBody>
          <a:bodyPr/>
          <a:lstStyle/>
          <a:p>
            <a:fld id="{58FB4751-880F-D840-AAA9-3A15815CC996}" type="slidenum">
              <a:rPr lang="en-US" smtClean="0"/>
              <a:t>9</a:t>
            </a:fld>
            <a:endParaRPr lang="en-US" dirty="0"/>
          </a:p>
        </p:txBody>
      </p:sp>
      <p:pic>
        <p:nvPicPr>
          <p:cNvPr id="9" name="Picture 8">
            <a:extLst>
              <a:ext uri="{FF2B5EF4-FFF2-40B4-BE49-F238E27FC236}">
                <a16:creationId xmlns:a16="http://schemas.microsoft.com/office/drawing/2014/main" id="{F21B0197-AF9C-E3D6-4FFE-30663E64F559}"/>
              </a:ext>
            </a:extLst>
          </p:cNvPr>
          <p:cNvPicPr>
            <a:picLocks noChangeAspect="1"/>
          </p:cNvPicPr>
          <p:nvPr/>
        </p:nvPicPr>
        <p:blipFill>
          <a:blip r:embed="rId2"/>
          <a:stretch>
            <a:fillRect/>
          </a:stretch>
        </p:blipFill>
        <p:spPr>
          <a:xfrm>
            <a:off x="484094" y="1422027"/>
            <a:ext cx="5351928" cy="4013946"/>
          </a:xfrm>
          <a:prstGeom prst="rect">
            <a:avLst/>
          </a:prstGeom>
        </p:spPr>
      </p:pic>
      <p:pic>
        <p:nvPicPr>
          <p:cNvPr id="11" name="Picture 10">
            <a:extLst>
              <a:ext uri="{FF2B5EF4-FFF2-40B4-BE49-F238E27FC236}">
                <a16:creationId xmlns:a16="http://schemas.microsoft.com/office/drawing/2014/main" id="{F4C9AC68-9462-B7F9-0D52-F7C87F603206}"/>
              </a:ext>
            </a:extLst>
          </p:cNvPr>
          <p:cNvPicPr>
            <a:picLocks noChangeAspect="1"/>
          </p:cNvPicPr>
          <p:nvPr/>
        </p:nvPicPr>
        <p:blipFill>
          <a:blip r:embed="rId3"/>
          <a:stretch>
            <a:fillRect/>
          </a:stretch>
        </p:blipFill>
        <p:spPr>
          <a:xfrm>
            <a:off x="6342531" y="1411942"/>
            <a:ext cx="5365375" cy="4024031"/>
          </a:xfrm>
          <a:prstGeom prst="rect">
            <a:avLst/>
          </a:prstGeom>
        </p:spPr>
      </p:pic>
    </p:spTree>
    <p:extLst>
      <p:ext uri="{BB962C8B-B14F-4D97-AF65-F5344CB8AC3E}">
        <p14:creationId xmlns:p14="http://schemas.microsoft.com/office/powerpoint/2010/main" val="2626246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F0E9E-9F92-F238-186A-528E057F7EA0}"/>
              </a:ext>
            </a:extLst>
          </p:cNvPr>
          <p:cNvSpPr>
            <a:spLocks noGrp="1"/>
          </p:cNvSpPr>
          <p:nvPr>
            <p:ph type="title"/>
          </p:nvPr>
        </p:nvSpPr>
        <p:spPr>
          <a:xfrm>
            <a:off x="224118" y="681318"/>
            <a:ext cx="6764927" cy="831385"/>
          </a:xfrm>
        </p:spPr>
        <p:txBody>
          <a:bodyPr/>
          <a:lstStyle/>
          <a:p>
            <a:r>
              <a:rPr lang="en-IN" dirty="0">
                <a:solidFill>
                  <a:schemeClr val="accent6">
                    <a:lumMod val="10000"/>
                  </a:schemeClr>
                </a:solidFill>
              </a:rPr>
              <a:t>4.Water conservation</a:t>
            </a:r>
            <a:r>
              <a:rPr lang="en-IN" dirty="0"/>
              <a:t>:</a:t>
            </a:r>
          </a:p>
        </p:txBody>
      </p:sp>
      <p:sp>
        <p:nvSpPr>
          <p:cNvPr id="3" name="Text Placeholder 2">
            <a:extLst>
              <a:ext uri="{FF2B5EF4-FFF2-40B4-BE49-F238E27FC236}">
                <a16:creationId xmlns:a16="http://schemas.microsoft.com/office/drawing/2014/main" id="{E528E3E0-C71C-9804-25A1-3C6517163F10}"/>
              </a:ext>
            </a:extLst>
          </p:cNvPr>
          <p:cNvSpPr>
            <a:spLocks noGrp="1"/>
          </p:cNvSpPr>
          <p:nvPr>
            <p:ph type="body" sz="half" idx="2"/>
          </p:nvPr>
        </p:nvSpPr>
        <p:spPr>
          <a:xfrm>
            <a:off x="674683" y="2102222"/>
            <a:ext cx="4999975" cy="3429002"/>
          </a:xfrm>
        </p:spPr>
        <p:txBody>
          <a:bodyPr>
            <a:normAutofit fontScale="92500" lnSpcReduction="10000"/>
          </a:bodyPr>
          <a:lstStyle/>
          <a:p>
            <a:r>
              <a:rPr lang="en-IN" sz="2600" b="1" u="sng" dirty="0">
                <a:solidFill>
                  <a:schemeClr val="accent6">
                    <a:lumMod val="10000"/>
                  </a:schemeClr>
                </a:solidFill>
              </a:rPr>
              <a:t>Rain water harvesting of </a:t>
            </a:r>
            <a:r>
              <a:rPr lang="en-IN" sz="2600" b="1" u="sng" dirty="0" err="1">
                <a:solidFill>
                  <a:schemeClr val="accent6">
                    <a:lumMod val="10000"/>
                  </a:schemeClr>
                </a:solidFill>
              </a:rPr>
              <a:t>Snehasadan</a:t>
            </a:r>
            <a:r>
              <a:rPr lang="en-IN" sz="2600" b="1" u="sng" dirty="0">
                <a:solidFill>
                  <a:schemeClr val="accent6">
                    <a:lumMod val="10000"/>
                  </a:schemeClr>
                </a:solidFill>
              </a:rPr>
              <a:t>:</a:t>
            </a:r>
          </a:p>
          <a:p>
            <a:r>
              <a:rPr lang="en-IN" sz="2600" b="1" u="sng" dirty="0">
                <a:solidFill>
                  <a:schemeClr val="accent6">
                    <a:lumMod val="10000"/>
                  </a:schemeClr>
                </a:solidFill>
              </a:rPr>
              <a:t>Method:</a:t>
            </a:r>
          </a:p>
          <a:p>
            <a:r>
              <a:rPr lang="en-IN" sz="2600" b="1" dirty="0">
                <a:solidFill>
                  <a:schemeClr val="accent6">
                    <a:lumMod val="10000"/>
                  </a:schemeClr>
                </a:solidFill>
              </a:rPr>
              <a:t>The rain water is collected directly from the roof of the building and directed to the huge sump as shown in the picture.</a:t>
            </a:r>
          </a:p>
          <a:p>
            <a:r>
              <a:rPr lang="en-IN" sz="2600" b="1" dirty="0">
                <a:solidFill>
                  <a:schemeClr val="accent6">
                    <a:lumMod val="10000"/>
                  </a:schemeClr>
                </a:solidFill>
              </a:rPr>
              <a:t>The rain water is stored and saved for the required times and when needed the rain water is filtered and used. The rain water collected serves the need of </a:t>
            </a:r>
            <a:r>
              <a:rPr lang="en-IN" sz="2600" b="1" dirty="0" err="1">
                <a:solidFill>
                  <a:schemeClr val="accent6">
                    <a:lumMod val="10000"/>
                  </a:schemeClr>
                </a:solidFill>
              </a:rPr>
              <a:t>Snehasadan</a:t>
            </a:r>
            <a:r>
              <a:rPr lang="en-IN" sz="2600" b="1" dirty="0">
                <a:solidFill>
                  <a:schemeClr val="accent6">
                    <a:lumMod val="10000"/>
                  </a:schemeClr>
                </a:solidFill>
              </a:rPr>
              <a:t> for about 6 months.</a:t>
            </a:r>
          </a:p>
          <a:p>
            <a:endParaRPr lang="en-IN" dirty="0"/>
          </a:p>
          <a:p>
            <a:endParaRPr lang="en-IN" dirty="0"/>
          </a:p>
          <a:p>
            <a:endParaRPr lang="en-IN" dirty="0"/>
          </a:p>
        </p:txBody>
      </p:sp>
      <p:sp>
        <p:nvSpPr>
          <p:cNvPr id="7" name="Slide Number Placeholder 6">
            <a:extLst>
              <a:ext uri="{FF2B5EF4-FFF2-40B4-BE49-F238E27FC236}">
                <a16:creationId xmlns:a16="http://schemas.microsoft.com/office/drawing/2014/main" id="{AFF2202D-99FF-1627-5F26-97EA4E27F63F}"/>
              </a:ext>
            </a:extLst>
          </p:cNvPr>
          <p:cNvSpPr>
            <a:spLocks noGrp="1"/>
          </p:cNvSpPr>
          <p:nvPr>
            <p:ph type="sldNum" sz="quarter" idx="12"/>
          </p:nvPr>
        </p:nvSpPr>
        <p:spPr/>
        <p:txBody>
          <a:bodyPr/>
          <a:lstStyle/>
          <a:p>
            <a:fld id="{58FB4751-880F-D840-AAA9-3A15815CC996}" type="slidenum">
              <a:rPr lang="en-US" smtClean="0"/>
              <a:t>10</a:t>
            </a:fld>
            <a:endParaRPr lang="en-US" dirty="0"/>
          </a:p>
        </p:txBody>
      </p:sp>
      <p:pic>
        <p:nvPicPr>
          <p:cNvPr id="9" name="Picture 8">
            <a:extLst>
              <a:ext uri="{FF2B5EF4-FFF2-40B4-BE49-F238E27FC236}">
                <a16:creationId xmlns:a16="http://schemas.microsoft.com/office/drawing/2014/main" id="{27618331-F74B-7694-70E4-1312123C436A}"/>
              </a:ext>
            </a:extLst>
          </p:cNvPr>
          <p:cNvPicPr>
            <a:picLocks noChangeAspect="1"/>
          </p:cNvPicPr>
          <p:nvPr/>
        </p:nvPicPr>
        <p:blipFill>
          <a:blip r:embed="rId2"/>
          <a:stretch>
            <a:fillRect/>
          </a:stretch>
        </p:blipFill>
        <p:spPr>
          <a:xfrm>
            <a:off x="6181641" y="2339787"/>
            <a:ext cx="4725083" cy="3567953"/>
          </a:xfrm>
          <a:prstGeom prst="rect">
            <a:avLst/>
          </a:prstGeom>
        </p:spPr>
      </p:pic>
      <p:pic>
        <p:nvPicPr>
          <p:cNvPr id="11" name="Picture 10">
            <a:extLst>
              <a:ext uri="{FF2B5EF4-FFF2-40B4-BE49-F238E27FC236}">
                <a16:creationId xmlns:a16="http://schemas.microsoft.com/office/drawing/2014/main" id="{6FF2719B-F825-F3D8-7F93-4C0D8DF13783}"/>
              </a:ext>
            </a:extLst>
          </p:cNvPr>
          <p:cNvPicPr>
            <a:picLocks noChangeAspect="1"/>
          </p:cNvPicPr>
          <p:nvPr/>
        </p:nvPicPr>
        <p:blipFill>
          <a:blip r:embed="rId3"/>
          <a:stretch>
            <a:fillRect/>
          </a:stretch>
        </p:blipFill>
        <p:spPr>
          <a:xfrm>
            <a:off x="7216814" y="246527"/>
            <a:ext cx="2654739" cy="1855695"/>
          </a:xfrm>
          <a:prstGeom prst="rect">
            <a:avLst/>
          </a:prstGeom>
        </p:spPr>
      </p:pic>
    </p:spTree>
    <p:extLst>
      <p:ext uri="{BB962C8B-B14F-4D97-AF65-F5344CB8AC3E}">
        <p14:creationId xmlns:p14="http://schemas.microsoft.com/office/powerpoint/2010/main" val="2810414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96D4E-8B4F-62B8-F551-56379B923E78}"/>
              </a:ext>
            </a:extLst>
          </p:cNvPr>
          <p:cNvSpPr>
            <a:spLocks noGrp="1"/>
          </p:cNvSpPr>
          <p:nvPr>
            <p:ph type="ctrTitle"/>
          </p:nvPr>
        </p:nvSpPr>
        <p:spPr>
          <a:xfrm>
            <a:off x="1945340" y="3836894"/>
            <a:ext cx="8641977" cy="1173420"/>
          </a:xfrm>
        </p:spPr>
        <p:txBody>
          <a:bodyPr/>
          <a:lstStyle/>
          <a:p>
            <a:r>
              <a:rPr lang="en-US" sz="7200" dirty="0">
                <a:solidFill>
                  <a:schemeClr val="accent2">
                    <a:lumMod val="50000"/>
                  </a:schemeClr>
                </a:solidFill>
              </a:rPr>
              <a:t>thank you </a:t>
            </a:r>
          </a:p>
        </p:txBody>
      </p:sp>
      <p:pic>
        <p:nvPicPr>
          <p:cNvPr id="7" name="Picture 6">
            <a:extLst>
              <a:ext uri="{FF2B5EF4-FFF2-40B4-BE49-F238E27FC236}">
                <a16:creationId xmlns:a16="http://schemas.microsoft.com/office/drawing/2014/main" id="{40BB3E35-066C-6FE5-3E78-55AF11A8A2E1}"/>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827494" y="694764"/>
            <a:ext cx="2667001" cy="2667001"/>
          </a:xfrm>
          <a:prstGeom prst="rect">
            <a:avLst/>
          </a:prstGeom>
        </p:spPr>
      </p:pic>
    </p:spTree>
    <p:extLst>
      <p:ext uri="{BB962C8B-B14F-4D97-AF65-F5344CB8AC3E}">
        <p14:creationId xmlns:p14="http://schemas.microsoft.com/office/powerpoint/2010/main" val="2577936335"/>
      </p:ext>
    </p:extLst>
  </p:cSld>
  <p:clrMapOvr>
    <a:masterClrMapping/>
  </p:clrMapOvr>
</p:sld>
</file>

<file path=ppt/theme/theme1.xml><?xml version="1.0" encoding="utf-8"?>
<a:theme xmlns:a="http://schemas.openxmlformats.org/drawingml/2006/main" name="Office Theme">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rganic design" id="{5BB9B75E-A368-4614-97CA-C549A936357F}" vid="{66BDDD71-3AB6-4D26-9C54-3E9BC0AA3D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 /></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 /></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EE26AC2-BC04-45BA-BD7C-5CDF09AA9426}">
  <ds:schemaRefs>
    <ds:schemaRef ds:uri="http://schemas.microsoft.com/sharepoint/v3/contenttype/forms"/>
  </ds:schemaRefs>
</ds:datastoreItem>
</file>

<file path=customXml/itemProps2.xml><?xml version="1.0" encoding="utf-8"?>
<ds:datastoreItem xmlns:ds="http://schemas.openxmlformats.org/officeDocument/2006/customXml" ds:itemID="{18840F3C-8AB4-4243-A06A-B5999EF60028}">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customXml/itemProps3.xml><?xml version="1.0" encoding="utf-8"?>
<ds:datastoreItem xmlns:ds="http://schemas.openxmlformats.org/officeDocument/2006/customXml" ds:itemID="{C7AE7813-FB42-416C-BEF8-5F3180DDB0F6}">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{763627D5-015F-415E-B6C5-6B36A025E1C4}tf11964407_win32</Template>
  <TotalTime>13456</TotalTime>
  <Words>540</Words>
  <Application>Microsoft Office PowerPoint</Application>
  <PresentationFormat>Widescreen</PresentationFormat>
  <Paragraphs>55</Paragraphs>
  <Slides>11</Slides>
  <Notes>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Social Connect &amp; Responsibility BSCK307</vt:lpstr>
      <vt:lpstr>Contents:</vt:lpstr>
      <vt:lpstr>1.Plantation and adoption of a tree</vt:lpstr>
      <vt:lpstr>2.Heritage walk and crafts corner</vt:lpstr>
      <vt:lpstr>PowerPoint Presentation</vt:lpstr>
      <vt:lpstr>PowerPoint Presentation</vt:lpstr>
      <vt:lpstr>Craft Corner:</vt:lpstr>
      <vt:lpstr>3.Organic farming and waste management:</vt:lpstr>
      <vt:lpstr>PowerPoint Presentation</vt:lpstr>
      <vt:lpstr>4.Water conservation: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Connect &amp; Responsibility BSCK307</dc:title>
  <dc:creator>Prajwal V</dc:creator>
  <cp:lastModifiedBy>vviraj24@gmail.com</cp:lastModifiedBy>
  <cp:revision>4</cp:revision>
  <dcterms:created xsi:type="dcterms:W3CDTF">2024-01-07T17:40:43Z</dcterms:created>
  <dcterms:modified xsi:type="dcterms:W3CDTF">2024-02-09T14:30:33Z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